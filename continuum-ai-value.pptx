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0" r:id="rId5"/>
  </p:sldMasterIdLst>
  <p:notesMasterIdLst>
    <p:notesMasterId r:id="rId10"/>
  </p:notesMasterIdLst>
  <p:sldIdLst>
    <p:sldId id="256" r:id="rId6"/>
    <p:sldId id="257" r:id="rId7"/>
    <p:sldId id="258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BEB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>
      <p:cViewPr varScale="1">
        <p:scale>
          <a:sx n="78" d="100"/>
          <a:sy n="78" d="100"/>
        </p:scale>
        <p:origin x="97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8AAD14-9C34-4AA5-B94E-6692F6349C36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B7F935-64E3-4FF9-8DEF-2D51FA788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597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stakes: AI is making real decisions on stale, scattered data — so it's wrong, slow, untrusted and expensive.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Continuum ingests events from the mesh, builds always-current 360° views, updates in ms per event, and distributes three ways — events, MCP, SQL — to AI and humans.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Deeper architecture: many streams in (topic-hierarchy filtered) → materialized views isolate/filter (incl. time) → views feed views, JOINing across streams → triggers watch conditions and publish events back to the mesh. Milliseconds, perfect consistency across the whole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Airline rebooking use case: flight status + itineraries + seats/connections joined into one live per-passenger view; the instant a connection becomes impossible, the AI decides per passenger (rebook / hotel / notify), and ops sees every at-risk passenger live. Same pattern as any 'act on it right now' use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8.svg"/><Relationship Id="rId4" Type="http://schemas.openxmlformats.org/officeDocument/2006/relationships/image" Target="../media/image5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svg"/><Relationship Id="rId4" Type="http://schemas.openxmlformats.org/officeDocument/2006/relationships/image" Target="../media/image5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6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16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Cove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E9F2A-7318-AC26-3DE6-62E08DA71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4" y="1125975"/>
            <a:ext cx="6182468" cy="2519362"/>
          </a:xfrm>
          <a:prstGeom prst="rect">
            <a:avLst/>
          </a:prstGeom>
        </p:spPr>
        <p:txBody>
          <a:bodyPr anchor="b"/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32040C-23D8-AE60-4487-2FD98B923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5" y="4437624"/>
            <a:ext cx="5929550" cy="79248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65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333D6F9-FB02-AAAF-C762-BF390817EA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3" y="5373728"/>
            <a:ext cx="5930058" cy="143272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1400" b="0"/>
            </a:lvl1pPr>
            <a:lvl2pPr marL="7937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1AD8619-1568-0CFD-C7E3-242C3DE38596}"/>
              </a:ext>
            </a:extLst>
          </p:cNvPr>
          <p:cNvGrpSpPr/>
          <p:nvPr userDrawn="1"/>
        </p:nvGrpSpPr>
        <p:grpSpPr>
          <a:xfrm>
            <a:off x="8040000" y="698369"/>
            <a:ext cx="4474935" cy="4874457"/>
            <a:chOff x="6737333" y="698369"/>
            <a:chExt cx="4474935" cy="4874457"/>
          </a:xfrm>
        </p:grpSpPr>
        <p:grpSp>
          <p:nvGrpSpPr>
            <p:cNvPr id="9" name="Graphic 4">
              <a:extLst>
                <a:ext uri="{FF2B5EF4-FFF2-40B4-BE49-F238E27FC236}">
                  <a16:creationId xmlns:a16="http://schemas.microsoft.com/office/drawing/2014/main" id="{EADB2D2F-9444-66C5-C6EE-E12200987125}"/>
                </a:ext>
              </a:extLst>
            </p:cNvPr>
            <p:cNvGrpSpPr/>
            <p:nvPr/>
          </p:nvGrpSpPr>
          <p:grpSpPr>
            <a:xfrm>
              <a:off x="7320136" y="1683190"/>
              <a:ext cx="3892132" cy="3889636"/>
              <a:chOff x="7325386" y="1673729"/>
              <a:chExt cx="3892132" cy="3889636"/>
            </a:xfrm>
            <a:gradFill flip="none" rotWithShape="1">
              <a:gsLst>
                <a:gs pos="0">
                  <a:schemeClr val="accent2"/>
                </a:gs>
                <a:gs pos="87000">
                  <a:srgbClr val="00C895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EBDE566C-25FD-A895-6657-ED42C0A47181}"/>
                  </a:ext>
                </a:extLst>
              </p:cNvPr>
              <p:cNvSpPr/>
              <p:nvPr/>
            </p:nvSpPr>
            <p:spPr>
              <a:xfrm>
                <a:off x="9228444" y="1673729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44FB3BAD-906E-E58F-0082-953D2629D9D8}"/>
                  </a:ext>
                </a:extLst>
              </p:cNvPr>
              <p:cNvSpPr/>
              <p:nvPr/>
            </p:nvSpPr>
            <p:spPr>
              <a:xfrm>
                <a:off x="10222981" y="2668267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9CDA2A48-77C3-CAF5-A7DF-667E562C4B92}"/>
                  </a:ext>
                </a:extLst>
              </p:cNvPr>
              <p:cNvSpPr/>
              <p:nvPr/>
            </p:nvSpPr>
            <p:spPr>
              <a:xfrm>
                <a:off x="9228444" y="2668267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FBAF1911-4C0E-D6B5-F81A-9945196378B1}"/>
                  </a:ext>
                </a:extLst>
              </p:cNvPr>
              <p:cNvSpPr/>
              <p:nvPr/>
            </p:nvSpPr>
            <p:spPr>
              <a:xfrm>
                <a:off x="8319924" y="3574290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CBAD776E-B9B2-B179-4C9D-57439D43A231}"/>
                  </a:ext>
                </a:extLst>
              </p:cNvPr>
              <p:cNvSpPr/>
              <p:nvPr/>
            </p:nvSpPr>
            <p:spPr>
              <a:xfrm>
                <a:off x="8319924" y="4568828"/>
                <a:ext cx="994537" cy="994537"/>
              </a:xfrm>
              <a:custGeom>
                <a:avLst/>
                <a:gdLst>
                  <a:gd name="connsiteX0" fmla="*/ 994538 w 994537"/>
                  <a:gd name="connsiteY0" fmla="*/ 497269 h 994537"/>
                  <a:gd name="connsiteX1" fmla="*/ 497269 w 994537"/>
                  <a:gd name="connsiteY1" fmla="*/ 994538 h 994537"/>
                  <a:gd name="connsiteX2" fmla="*/ 0 w 994537"/>
                  <a:gd name="connsiteY2" fmla="*/ 497269 h 994537"/>
                  <a:gd name="connsiteX3" fmla="*/ 497269 w 994537"/>
                  <a:gd name="connsiteY3" fmla="*/ 0 h 994537"/>
                  <a:gd name="connsiteX4" fmla="*/ 994538 w 994537"/>
                  <a:gd name="connsiteY4" fmla="*/ 497269 h 994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4537" h="994537">
                    <a:moveTo>
                      <a:pt x="994538" y="497269"/>
                    </a:moveTo>
                    <a:cubicBezTo>
                      <a:pt x="994538" y="771903"/>
                      <a:pt x="771903" y="994538"/>
                      <a:pt x="497269" y="994538"/>
                    </a:cubicBezTo>
                    <a:cubicBezTo>
                      <a:pt x="222635" y="994538"/>
                      <a:pt x="0" y="771903"/>
                      <a:pt x="0" y="497269"/>
                    </a:cubicBezTo>
                    <a:cubicBezTo>
                      <a:pt x="0" y="222635"/>
                      <a:pt x="222635" y="0"/>
                      <a:pt x="497269" y="0"/>
                    </a:cubicBezTo>
                    <a:cubicBezTo>
                      <a:pt x="771903" y="0"/>
                      <a:pt x="994538" y="222635"/>
                      <a:pt x="994538" y="497269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5ECAC1F9-F42F-CF93-C835-0B906CD51CDF}"/>
                  </a:ext>
                </a:extLst>
              </p:cNvPr>
              <p:cNvSpPr/>
              <p:nvPr/>
            </p:nvSpPr>
            <p:spPr>
              <a:xfrm>
                <a:off x="9228444" y="3574290"/>
                <a:ext cx="1989075" cy="1989075"/>
              </a:xfrm>
              <a:custGeom>
                <a:avLst/>
                <a:gdLst>
                  <a:gd name="connsiteX0" fmla="*/ 1989075 w 1989075"/>
                  <a:gd name="connsiteY0" fmla="*/ 994538 h 1989075"/>
                  <a:gd name="connsiteX1" fmla="*/ 994537 w 1989075"/>
                  <a:gd name="connsiteY1" fmla="*/ 1989076 h 1989075"/>
                  <a:gd name="connsiteX2" fmla="*/ 0 w 1989075"/>
                  <a:gd name="connsiteY2" fmla="*/ 994538 h 1989075"/>
                  <a:gd name="connsiteX3" fmla="*/ 994537 w 1989075"/>
                  <a:gd name="connsiteY3" fmla="*/ 0 h 1989075"/>
                  <a:gd name="connsiteX4" fmla="*/ 1989075 w 1989075"/>
                  <a:gd name="connsiteY4" fmla="*/ 994538 h 1989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89075" h="1989075">
                    <a:moveTo>
                      <a:pt x="1989075" y="994538"/>
                    </a:moveTo>
                    <a:cubicBezTo>
                      <a:pt x="1989075" y="1543806"/>
                      <a:pt x="1543806" y="1989076"/>
                      <a:pt x="994537" y="1989076"/>
                    </a:cubicBezTo>
                    <a:cubicBezTo>
                      <a:pt x="445270" y="1989076"/>
                      <a:pt x="0" y="1543806"/>
                      <a:pt x="0" y="994538"/>
                    </a:cubicBezTo>
                    <a:cubicBezTo>
                      <a:pt x="0" y="445270"/>
                      <a:pt x="445270" y="0"/>
                      <a:pt x="994537" y="0"/>
                    </a:cubicBezTo>
                    <a:cubicBezTo>
                      <a:pt x="1543805" y="0"/>
                      <a:pt x="1989075" y="445270"/>
                      <a:pt x="1989075" y="994538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35C810C6-659F-D56E-5F00-AD730E8B00D6}"/>
                  </a:ext>
                </a:extLst>
              </p:cNvPr>
              <p:cNvSpPr/>
              <p:nvPr/>
            </p:nvSpPr>
            <p:spPr>
              <a:xfrm>
                <a:off x="7325386" y="1673729"/>
                <a:ext cx="1989075" cy="1989075"/>
              </a:xfrm>
              <a:custGeom>
                <a:avLst/>
                <a:gdLst>
                  <a:gd name="connsiteX0" fmla="*/ 1989075 w 1989075"/>
                  <a:gd name="connsiteY0" fmla="*/ 994538 h 1989075"/>
                  <a:gd name="connsiteX1" fmla="*/ 994538 w 1989075"/>
                  <a:gd name="connsiteY1" fmla="*/ 1989076 h 1989075"/>
                  <a:gd name="connsiteX2" fmla="*/ 0 w 1989075"/>
                  <a:gd name="connsiteY2" fmla="*/ 994538 h 1989075"/>
                  <a:gd name="connsiteX3" fmla="*/ 994538 w 1989075"/>
                  <a:gd name="connsiteY3" fmla="*/ 0 h 1989075"/>
                  <a:gd name="connsiteX4" fmla="*/ 1989075 w 1989075"/>
                  <a:gd name="connsiteY4" fmla="*/ 994538 h 1989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89075" h="1989075">
                    <a:moveTo>
                      <a:pt x="1989075" y="994538"/>
                    </a:moveTo>
                    <a:cubicBezTo>
                      <a:pt x="1989075" y="1543806"/>
                      <a:pt x="1543806" y="1989076"/>
                      <a:pt x="994538" y="1989076"/>
                    </a:cubicBezTo>
                    <a:cubicBezTo>
                      <a:pt x="445270" y="1989076"/>
                      <a:pt x="0" y="1543806"/>
                      <a:pt x="0" y="994538"/>
                    </a:cubicBezTo>
                    <a:cubicBezTo>
                      <a:pt x="0" y="445270"/>
                      <a:pt x="445270" y="0"/>
                      <a:pt x="994538" y="0"/>
                    </a:cubicBezTo>
                    <a:cubicBezTo>
                      <a:pt x="1543806" y="0"/>
                      <a:pt x="1989075" y="445270"/>
                      <a:pt x="1989075" y="994538"/>
                    </a:cubicBezTo>
                    <a:close/>
                  </a:path>
                </a:pathLst>
              </a:custGeom>
              <a:grpFill/>
              <a:ln w="11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0" name="Graphic 4">
              <a:extLst>
                <a:ext uri="{FF2B5EF4-FFF2-40B4-BE49-F238E27FC236}">
                  <a16:creationId xmlns:a16="http://schemas.microsoft.com/office/drawing/2014/main" id="{4637EBD0-0A65-1A9E-9B94-8E002C956ABD}"/>
                </a:ext>
              </a:extLst>
            </p:cNvPr>
            <p:cNvGrpSpPr/>
            <p:nvPr/>
          </p:nvGrpSpPr>
          <p:grpSpPr>
            <a:xfrm>
              <a:off x="8800171" y="698369"/>
              <a:ext cx="2346990" cy="2346990"/>
              <a:chOff x="8800171" y="698369"/>
              <a:chExt cx="2346990" cy="2346990"/>
            </a:xfrm>
            <a:noFill/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D445C54A-4DE6-4FDB-0409-3233EA9E2CF5}"/>
                  </a:ext>
                </a:extLst>
              </p:cNvPr>
              <p:cNvSpPr/>
              <p:nvPr/>
            </p:nvSpPr>
            <p:spPr>
              <a:xfrm>
                <a:off x="9386975" y="698369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DCB17952-E236-257C-115F-F8A6849002B3}"/>
                  </a:ext>
                </a:extLst>
              </p:cNvPr>
              <p:cNvSpPr/>
              <p:nvPr/>
            </p:nvSpPr>
            <p:spPr>
              <a:xfrm>
                <a:off x="9386975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5 w 586690"/>
                  <a:gd name="connsiteY1" fmla="*/ 586691 h 586690"/>
                  <a:gd name="connsiteX2" fmla="*/ 0 w 586690"/>
                  <a:gd name="connsiteY2" fmla="*/ 293345 h 586690"/>
                  <a:gd name="connsiteX3" fmla="*/ 293345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F5E7FEC7-DE3B-C7B8-5178-3221C024C584}"/>
                  </a:ext>
                </a:extLst>
              </p:cNvPr>
              <p:cNvSpPr/>
              <p:nvPr/>
            </p:nvSpPr>
            <p:spPr>
              <a:xfrm>
                <a:off x="9973666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6 w 586690"/>
                  <a:gd name="connsiteY1" fmla="*/ 586691 h 586690"/>
                  <a:gd name="connsiteX2" fmla="*/ 0 w 586690"/>
                  <a:gd name="connsiteY2" fmla="*/ 293345 h 586690"/>
                  <a:gd name="connsiteX3" fmla="*/ 293346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6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6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2571F403-939D-278A-AB05-0EB5EE729202}"/>
                  </a:ext>
                </a:extLst>
              </p:cNvPr>
              <p:cNvSpPr/>
              <p:nvPr/>
            </p:nvSpPr>
            <p:spPr>
              <a:xfrm>
                <a:off x="10560470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5 w 586690"/>
                  <a:gd name="connsiteY1" fmla="*/ 586691 h 586690"/>
                  <a:gd name="connsiteX2" fmla="*/ 0 w 586690"/>
                  <a:gd name="connsiteY2" fmla="*/ 293345 h 586690"/>
                  <a:gd name="connsiteX3" fmla="*/ 293345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B7107405-C7D2-7477-2F73-FBF9247E1387}"/>
                  </a:ext>
                </a:extLst>
              </p:cNvPr>
              <p:cNvSpPr/>
              <p:nvPr/>
            </p:nvSpPr>
            <p:spPr>
              <a:xfrm>
                <a:off x="9386975" y="1871978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5DC92977-BAAF-E999-F66E-D64C015BE67A}"/>
                  </a:ext>
                </a:extLst>
              </p:cNvPr>
              <p:cNvSpPr/>
              <p:nvPr/>
            </p:nvSpPr>
            <p:spPr>
              <a:xfrm>
                <a:off x="8800171" y="1871978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66BA0D48-A302-85F8-CF51-48E8520461E7}"/>
                  </a:ext>
                </a:extLst>
              </p:cNvPr>
              <p:cNvSpPr/>
              <p:nvPr/>
            </p:nvSpPr>
            <p:spPr>
              <a:xfrm>
                <a:off x="9386975" y="2458669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8" name="Graphic 4">
              <a:extLst>
                <a:ext uri="{FF2B5EF4-FFF2-40B4-BE49-F238E27FC236}">
                  <a16:creationId xmlns:a16="http://schemas.microsoft.com/office/drawing/2014/main" id="{57DCCFA5-5216-1A5B-FC66-649362A8311D}"/>
                </a:ext>
              </a:extLst>
            </p:cNvPr>
            <p:cNvGrpSpPr/>
            <p:nvPr/>
          </p:nvGrpSpPr>
          <p:grpSpPr>
            <a:xfrm>
              <a:off x="6737333" y="3172458"/>
              <a:ext cx="1303316" cy="1303316"/>
              <a:chOff x="6737333" y="3172458"/>
              <a:chExt cx="1303316" cy="1303316"/>
            </a:xfrm>
            <a:noFill/>
          </p:grpSpPr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93E9BCAD-E497-6959-51B2-0AB8D5789CED}"/>
                  </a:ext>
                </a:extLst>
              </p:cNvPr>
              <p:cNvSpPr/>
              <p:nvPr/>
            </p:nvSpPr>
            <p:spPr>
              <a:xfrm>
                <a:off x="6737333" y="3498145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8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1AE6032-29F7-5108-228B-F7B8FE072FAD}"/>
                  </a:ext>
                </a:extLst>
              </p:cNvPr>
              <p:cNvSpPr/>
              <p:nvPr/>
            </p:nvSpPr>
            <p:spPr>
              <a:xfrm>
                <a:off x="6737333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96E191FA-566A-880B-D7D2-32F680102854}"/>
                  </a:ext>
                </a:extLst>
              </p:cNvPr>
              <p:cNvSpPr/>
              <p:nvPr/>
            </p:nvSpPr>
            <p:spPr>
              <a:xfrm>
                <a:off x="7714736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06449FC7-9047-34B9-65AF-3D270D4B14CB}"/>
                  </a:ext>
                </a:extLst>
              </p:cNvPr>
              <p:cNvSpPr/>
              <p:nvPr/>
            </p:nvSpPr>
            <p:spPr>
              <a:xfrm>
                <a:off x="7388935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D77283FD-A9DC-2A49-69A4-5A586EB28E44}"/>
                  </a:ext>
                </a:extLst>
              </p:cNvPr>
              <p:cNvSpPr/>
              <p:nvPr/>
            </p:nvSpPr>
            <p:spPr>
              <a:xfrm>
                <a:off x="7063134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771E4D42-A322-8729-E291-C0CD8AC1B4FD}"/>
                  </a:ext>
                </a:extLst>
              </p:cNvPr>
              <p:cNvSpPr/>
              <p:nvPr/>
            </p:nvSpPr>
            <p:spPr>
              <a:xfrm>
                <a:off x="7063134" y="4149860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6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50380003-D777-5D86-A7B8-328984E5EDD0}"/>
                  </a:ext>
                </a:extLst>
              </p:cNvPr>
              <p:cNvSpPr/>
              <p:nvPr/>
            </p:nvSpPr>
            <p:spPr>
              <a:xfrm>
                <a:off x="7389048" y="3172458"/>
                <a:ext cx="651601" cy="651601"/>
              </a:xfrm>
              <a:custGeom>
                <a:avLst/>
                <a:gdLst>
                  <a:gd name="connsiteX0" fmla="*/ 651601 w 651601"/>
                  <a:gd name="connsiteY0" fmla="*/ 325801 h 651601"/>
                  <a:gd name="connsiteX1" fmla="*/ 325801 w 651601"/>
                  <a:gd name="connsiteY1" fmla="*/ 651602 h 651601"/>
                  <a:gd name="connsiteX2" fmla="*/ 0 w 651601"/>
                  <a:gd name="connsiteY2" fmla="*/ 325801 h 651601"/>
                  <a:gd name="connsiteX3" fmla="*/ 325801 w 651601"/>
                  <a:gd name="connsiteY3" fmla="*/ 0 h 651601"/>
                  <a:gd name="connsiteX4" fmla="*/ 651601 w 651601"/>
                  <a:gd name="connsiteY4" fmla="*/ 325801 h 651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1601" h="651601">
                    <a:moveTo>
                      <a:pt x="651601" y="325801"/>
                    </a:moveTo>
                    <a:cubicBezTo>
                      <a:pt x="651601" y="505735"/>
                      <a:pt x="505735" y="651602"/>
                      <a:pt x="325801" y="651602"/>
                    </a:cubicBezTo>
                    <a:cubicBezTo>
                      <a:pt x="145866" y="651602"/>
                      <a:pt x="0" y="505735"/>
                      <a:pt x="0" y="325801"/>
                    </a:cubicBezTo>
                    <a:cubicBezTo>
                      <a:pt x="0" y="145866"/>
                      <a:pt x="145866" y="0"/>
                      <a:pt x="325801" y="0"/>
                    </a:cubicBezTo>
                    <a:cubicBezTo>
                      <a:pt x="505735" y="0"/>
                      <a:pt x="651601" y="145866"/>
                      <a:pt x="651601" y="325801"/>
                    </a:cubicBezTo>
                    <a:close/>
                  </a:path>
                </a:pathLst>
              </a:custGeom>
              <a:noFill/>
              <a:ln w="63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F797B7F-0B7F-FEF0-6F2A-C275E7852968}"/>
              </a:ext>
            </a:extLst>
          </p:cNvPr>
          <p:cNvCxnSpPr>
            <a:cxnSpLocks/>
          </p:cNvCxnSpPr>
          <p:nvPr userDrawn="1"/>
        </p:nvCxnSpPr>
        <p:spPr>
          <a:xfrm>
            <a:off x="0" y="4005576"/>
            <a:ext cx="3214688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257B8C-84F1-6608-2414-E793D5A86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Solace   |   Proprietary &amp; Confidential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86FFBFB-2955-33FD-319C-D9E78EC46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700" b="1">
                <a:solidFill>
                  <a:schemeClr val="tx1"/>
                </a:solidFill>
              </a:defRPr>
            </a:lvl1pPr>
          </a:lstStyle>
          <a:p>
            <a:fld id="{059D0BDF-8BE7-4C3F-9009-83FAF1F2140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1569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Cover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B59E6556-57B1-B408-D804-9FA5BC1308C4}"/>
              </a:ext>
            </a:extLst>
          </p:cNvPr>
          <p:cNvGrpSpPr/>
          <p:nvPr userDrawn="1"/>
        </p:nvGrpSpPr>
        <p:grpSpPr>
          <a:xfrm>
            <a:off x="6888000" y="332656"/>
            <a:ext cx="6276674" cy="5843298"/>
            <a:chOff x="5797318" y="332656"/>
            <a:chExt cx="6276674" cy="5843298"/>
          </a:xfrm>
        </p:grpSpPr>
        <p:sp>
          <p:nvSpPr>
            <p:cNvPr id="43" name="Graphic 41">
              <a:extLst>
                <a:ext uri="{FF2B5EF4-FFF2-40B4-BE49-F238E27FC236}">
                  <a16:creationId xmlns:a16="http://schemas.microsoft.com/office/drawing/2014/main" id="{969F7A7C-F56B-5EA2-CEDB-C3018FB3E56D}"/>
                </a:ext>
              </a:extLst>
            </p:cNvPr>
            <p:cNvSpPr/>
            <p:nvPr/>
          </p:nvSpPr>
          <p:spPr>
            <a:xfrm>
              <a:off x="7885325" y="1731404"/>
              <a:ext cx="3755291" cy="3755291"/>
            </a:xfrm>
            <a:custGeom>
              <a:avLst/>
              <a:gdLst>
                <a:gd name="connsiteX0" fmla="*/ 2816541 w 3755291"/>
                <a:gd name="connsiteY0" fmla="*/ 1877789 h 3755291"/>
                <a:gd name="connsiteX1" fmla="*/ 1877789 w 3755291"/>
                <a:gd name="connsiteY1" fmla="*/ 2816541 h 3755291"/>
                <a:gd name="connsiteX2" fmla="*/ 2816541 w 3755291"/>
                <a:gd name="connsiteY2" fmla="*/ 3755292 h 3755291"/>
                <a:gd name="connsiteX3" fmla="*/ 3755292 w 3755291"/>
                <a:gd name="connsiteY3" fmla="*/ 2816541 h 3755291"/>
                <a:gd name="connsiteX4" fmla="*/ 2816541 w 3755291"/>
                <a:gd name="connsiteY4" fmla="*/ 1877789 h 3755291"/>
                <a:gd name="connsiteX5" fmla="*/ 938752 w 3755291"/>
                <a:gd name="connsiteY5" fmla="*/ 1877789 h 3755291"/>
                <a:gd name="connsiteX6" fmla="*/ 0 w 3755291"/>
                <a:gd name="connsiteY6" fmla="*/ 2816541 h 3755291"/>
                <a:gd name="connsiteX7" fmla="*/ 938752 w 3755291"/>
                <a:gd name="connsiteY7" fmla="*/ 3755292 h 3755291"/>
                <a:gd name="connsiteX8" fmla="*/ 1877503 w 3755291"/>
                <a:gd name="connsiteY8" fmla="*/ 2816541 h 3755291"/>
                <a:gd name="connsiteX9" fmla="*/ 938752 w 3755291"/>
                <a:gd name="connsiteY9" fmla="*/ 1877789 h 3755291"/>
                <a:gd name="connsiteX10" fmla="*/ 2816541 w 3755291"/>
                <a:gd name="connsiteY10" fmla="*/ 1877789 h 3755291"/>
                <a:gd name="connsiteX11" fmla="*/ 3755292 w 3755291"/>
                <a:gd name="connsiteY11" fmla="*/ 939038 h 3755291"/>
                <a:gd name="connsiteX12" fmla="*/ 2816541 w 3755291"/>
                <a:gd name="connsiteY12" fmla="*/ 0 h 3755291"/>
                <a:gd name="connsiteX13" fmla="*/ 1877789 w 3755291"/>
                <a:gd name="connsiteY13" fmla="*/ 938752 h 3755291"/>
                <a:gd name="connsiteX14" fmla="*/ 2816541 w 3755291"/>
                <a:gd name="connsiteY14" fmla="*/ 1877503 h 3755291"/>
                <a:gd name="connsiteX15" fmla="*/ 1877789 w 3755291"/>
                <a:gd name="connsiteY15" fmla="*/ 938752 h 3755291"/>
                <a:gd name="connsiteX16" fmla="*/ 938752 w 3755291"/>
                <a:gd name="connsiteY16" fmla="*/ 0 h 3755291"/>
                <a:gd name="connsiteX17" fmla="*/ 0 w 3755291"/>
                <a:gd name="connsiteY17" fmla="*/ 938752 h 3755291"/>
                <a:gd name="connsiteX18" fmla="*/ 938752 w 3755291"/>
                <a:gd name="connsiteY18" fmla="*/ 1877503 h 3755291"/>
                <a:gd name="connsiteX19" fmla="*/ 1877503 w 3755291"/>
                <a:gd name="connsiteY19" fmla="*/ 938752 h 3755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55291" h="3755291">
                  <a:moveTo>
                    <a:pt x="2816541" y="1877789"/>
                  </a:moveTo>
                  <a:cubicBezTo>
                    <a:pt x="2298096" y="1877789"/>
                    <a:pt x="1877789" y="2298096"/>
                    <a:pt x="1877789" y="2816541"/>
                  </a:cubicBezTo>
                  <a:cubicBezTo>
                    <a:pt x="1877789" y="3334985"/>
                    <a:pt x="2298096" y="3755292"/>
                    <a:pt x="2816541" y="3755292"/>
                  </a:cubicBezTo>
                  <a:cubicBezTo>
                    <a:pt x="3334985" y="3755292"/>
                    <a:pt x="3755292" y="3334985"/>
                    <a:pt x="3755292" y="2816541"/>
                  </a:cubicBezTo>
                  <a:cubicBezTo>
                    <a:pt x="3755292" y="2298096"/>
                    <a:pt x="3334985" y="1877789"/>
                    <a:pt x="2816541" y="1877789"/>
                  </a:cubicBezTo>
                  <a:close/>
                  <a:moveTo>
                    <a:pt x="938752" y="1877789"/>
                  </a:moveTo>
                  <a:cubicBezTo>
                    <a:pt x="420307" y="1877789"/>
                    <a:pt x="0" y="2298096"/>
                    <a:pt x="0" y="2816541"/>
                  </a:cubicBezTo>
                  <a:cubicBezTo>
                    <a:pt x="0" y="3334985"/>
                    <a:pt x="420307" y="3755292"/>
                    <a:pt x="938752" y="3755292"/>
                  </a:cubicBezTo>
                  <a:cubicBezTo>
                    <a:pt x="1457196" y="3755292"/>
                    <a:pt x="1877503" y="3334985"/>
                    <a:pt x="1877503" y="2816541"/>
                  </a:cubicBezTo>
                  <a:cubicBezTo>
                    <a:pt x="1877503" y="2298096"/>
                    <a:pt x="1457196" y="1877789"/>
                    <a:pt x="938752" y="1877789"/>
                  </a:cubicBezTo>
                  <a:close/>
                  <a:moveTo>
                    <a:pt x="2816541" y="1877789"/>
                  </a:moveTo>
                  <a:cubicBezTo>
                    <a:pt x="3334985" y="1877789"/>
                    <a:pt x="3755292" y="1457482"/>
                    <a:pt x="3755292" y="939038"/>
                  </a:cubicBezTo>
                  <a:cubicBezTo>
                    <a:pt x="3755292" y="420593"/>
                    <a:pt x="3335272" y="0"/>
                    <a:pt x="2816541" y="0"/>
                  </a:cubicBezTo>
                  <a:cubicBezTo>
                    <a:pt x="2297810" y="0"/>
                    <a:pt x="1877789" y="420307"/>
                    <a:pt x="1877789" y="938752"/>
                  </a:cubicBezTo>
                  <a:cubicBezTo>
                    <a:pt x="1877789" y="1457196"/>
                    <a:pt x="2298096" y="1877503"/>
                    <a:pt x="2816541" y="1877503"/>
                  </a:cubicBezTo>
                  <a:close/>
                  <a:moveTo>
                    <a:pt x="1877789" y="938752"/>
                  </a:moveTo>
                  <a:cubicBezTo>
                    <a:pt x="1877789" y="420307"/>
                    <a:pt x="1457482" y="0"/>
                    <a:pt x="938752" y="0"/>
                  </a:cubicBezTo>
                  <a:cubicBezTo>
                    <a:pt x="420020" y="0"/>
                    <a:pt x="0" y="420307"/>
                    <a:pt x="0" y="938752"/>
                  </a:cubicBezTo>
                  <a:cubicBezTo>
                    <a:pt x="0" y="1457196"/>
                    <a:pt x="420307" y="1877503"/>
                    <a:pt x="938752" y="1877503"/>
                  </a:cubicBezTo>
                  <a:cubicBezTo>
                    <a:pt x="1457196" y="1877503"/>
                    <a:pt x="1877503" y="1457196"/>
                    <a:pt x="1877503" y="93875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87000">
                  <a:srgbClr val="00C895">
                    <a:shade val="100000"/>
                    <a:satMod val="115000"/>
                  </a:srgbClr>
                </a:gs>
              </a:gsLst>
              <a:lin ang="2700000" scaled="1"/>
            </a:gradFill>
            <a:ln w="285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7" name="Graphic 4">
              <a:extLst>
                <a:ext uri="{FF2B5EF4-FFF2-40B4-BE49-F238E27FC236}">
                  <a16:creationId xmlns:a16="http://schemas.microsoft.com/office/drawing/2014/main" id="{026AA2B3-ADD5-9E91-EE90-8CA8079DF07E}"/>
                </a:ext>
              </a:extLst>
            </p:cNvPr>
            <p:cNvGrpSpPr/>
            <p:nvPr userDrawn="1"/>
          </p:nvGrpSpPr>
          <p:grpSpPr>
            <a:xfrm>
              <a:off x="5797318" y="2132856"/>
              <a:ext cx="4043098" cy="4043098"/>
              <a:chOff x="8800171" y="698369"/>
              <a:chExt cx="2346990" cy="2346990"/>
            </a:xfrm>
            <a:noFill/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46F980C-D371-51A4-BFAF-0D988442E896}"/>
                  </a:ext>
                </a:extLst>
              </p:cNvPr>
              <p:cNvSpPr/>
              <p:nvPr/>
            </p:nvSpPr>
            <p:spPr>
              <a:xfrm>
                <a:off x="9386975" y="698369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224D33AA-17A5-AD3C-47CB-C235523F6E95}"/>
                  </a:ext>
                </a:extLst>
              </p:cNvPr>
              <p:cNvSpPr/>
              <p:nvPr/>
            </p:nvSpPr>
            <p:spPr>
              <a:xfrm>
                <a:off x="9386975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5 w 586690"/>
                  <a:gd name="connsiteY1" fmla="*/ 586691 h 586690"/>
                  <a:gd name="connsiteX2" fmla="*/ 0 w 586690"/>
                  <a:gd name="connsiteY2" fmla="*/ 293345 h 586690"/>
                  <a:gd name="connsiteX3" fmla="*/ 293345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BEC3E93C-3A6F-6643-610C-12296CC8C6D9}"/>
                  </a:ext>
                </a:extLst>
              </p:cNvPr>
              <p:cNvSpPr/>
              <p:nvPr/>
            </p:nvSpPr>
            <p:spPr>
              <a:xfrm>
                <a:off x="9973666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6 w 586690"/>
                  <a:gd name="connsiteY1" fmla="*/ 586691 h 586690"/>
                  <a:gd name="connsiteX2" fmla="*/ 0 w 586690"/>
                  <a:gd name="connsiteY2" fmla="*/ 293345 h 586690"/>
                  <a:gd name="connsiteX3" fmla="*/ 293346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6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6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4094DF1C-A969-A8D9-6C37-6553A2B71AFC}"/>
                  </a:ext>
                </a:extLst>
              </p:cNvPr>
              <p:cNvSpPr/>
              <p:nvPr/>
            </p:nvSpPr>
            <p:spPr>
              <a:xfrm>
                <a:off x="10560470" y="1285174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5 h 586690"/>
                  <a:gd name="connsiteX1" fmla="*/ 293345 w 586690"/>
                  <a:gd name="connsiteY1" fmla="*/ 586691 h 586690"/>
                  <a:gd name="connsiteX2" fmla="*/ 0 w 586690"/>
                  <a:gd name="connsiteY2" fmla="*/ 293345 h 586690"/>
                  <a:gd name="connsiteX3" fmla="*/ 293345 w 586690"/>
                  <a:gd name="connsiteY3" fmla="*/ 0 h 586690"/>
                  <a:gd name="connsiteX4" fmla="*/ 586691 w 586690"/>
                  <a:gd name="connsiteY4" fmla="*/ 293345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5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5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5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C03329D2-BC94-696A-4C35-CDDD8197EB39}"/>
                  </a:ext>
                </a:extLst>
              </p:cNvPr>
              <p:cNvSpPr/>
              <p:nvPr/>
            </p:nvSpPr>
            <p:spPr>
              <a:xfrm>
                <a:off x="9386975" y="1871978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A3591DD-F3A8-A03D-EB5B-A0EB18871B76}"/>
                  </a:ext>
                </a:extLst>
              </p:cNvPr>
              <p:cNvSpPr/>
              <p:nvPr/>
            </p:nvSpPr>
            <p:spPr>
              <a:xfrm>
                <a:off x="8800171" y="1871978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78196927-BBB7-FF95-A5F7-090E1F89D514}"/>
                  </a:ext>
                </a:extLst>
              </p:cNvPr>
              <p:cNvSpPr/>
              <p:nvPr/>
            </p:nvSpPr>
            <p:spPr>
              <a:xfrm>
                <a:off x="9386975" y="2458669"/>
                <a:ext cx="586690" cy="586690"/>
              </a:xfrm>
              <a:custGeom>
                <a:avLst/>
                <a:gdLst>
                  <a:gd name="connsiteX0" fmla="*/ 586691 w 586690"/>
                  <a:gd name="connsiteY0" fmla="*/ 293346 h 586690"/>
                  <a:gd name="connsiteX1" fmla="*/ 293345 w 586690"/>
                  <a:gd name="connsiteY1" fmla="*/ 586691 h 586690"/>
                  <a:gd name="connsiteX2" fmla="*/ 0 w 586690"/>
                  <a:gd name="connsiteY2" fmla="*/ 293346 h 586690"/>
                  <a:gd name="connsiteX3" fmla="*/ 293345 w 586690"/>
                  <a:gd name="connsiteY3" fmla="*/ 0 h 586690"/>
                  <a:gd name="connsiteX4" fmla="*/ 586691 w 586690"/>
                  <a:gd name="connsiteY4" fmla="*/ 293346 h 586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6690" h="586690">
                    <a:moveTo>
                      <a:pt x="586691" y="293346"/>
                    </a:moveTo>
                    <a:cubicBezTo>
                      <a:pt x="586691" y="455356"/>
                      <a:pt x="455356" y="586691"/>
                      <a:pt x="293345" y="586691"/>
                    </a:cubicBezTo>
                    <a:cubicBezTo>
                      <a:pt x="131335" y="586691"/>
                      <a:pt x="0" y="455356"/>
                      <a:pt x="0" y="293346"/>
                    </a:cubicBezTo>
                    <a:cubicBezTo>
                      <a:pt x="0" y="131335"/>
                      <a:pt x="131335" y="0"/>
                      <a:pt x="293345" y="0"/>
                    </a:cubicBezTo>
                    <a:cubicBezTo>
                      <a:pt x="455356" y="0"/>
                      <a:pt x="586691" y="131335"/>
                      <a:pt x="586691" y="293346"/>
                    </a:cubicBezTo>
                    <a:close/>
                  </a:path>
                </a:pathLst>
              </a:custGeom>
              <a:noFill/>
              <a:ln w="11334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5" name="Graphic 4">
              <a:extLst>
                <a:ext uri="{FF2B5EF4-FFF2-40B4-BE49-F238E27FC236}">
                  <a16:creationId xmlns:a16="http://schemas.microsoft.com/office/drawing/2014/main" id="{9BD377A2-FF86-B752-6A7B-0C7B42F2A65E}"/>
                </a:ext>
              </a:extLst>
            </p:cNvPr>
            <p:cNvGrpSpPr/>
            <p:nvPr userDrawn="1"/>
          </p:nvGrpSpPr>
          <p:grpSpPr>
            <a:xfrm>
              <a:off x="8439748" y="332656"/>
              <a:ext cx="1568431" cy="1568431"/>
              <a:chOff x="6737333" y="3172458"/>
              <a:chExt cx="1303316" cy="1303316"/>
            </a:xfrm>
            <a:noFill/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FA819162-4F92-9CE1-266D-C3036C094DBE}"/>
                  </a:ext>
                </a:extLst>
              </p:cNvPr>
              <p:cNvSpPr/>
              <p:nvPr/>
            </p:nvSpPr>
            <p:spPr>
              <a:xfrm>
                <a:off x="6737333" y="3498145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8"/>
                      <a:pt x="325914" y="16295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A228DA33-39B2-4FAA-AE60-99CB558A6DCB}"/>
                  </a:ext>
                </a:extLst>
              </p:cNvPr>
              <p:cNvSpPr/>
              <p:nvPr/>
            </p:nvSpPr>
            <p:spPr>
              <a:xfrm>
                <a:off x="6737333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8766673F-117F-B1A0-5E0C-011B96A80452}"/>
                  </a:ext>
                </a:extLst>
              </p:cNvPr>
              <p:cNvSpPr/>
              <p:nvPr/>
            </p:nvSpPr>
            <p:spPr>
              <a:xfrm>
                <a:off x="7714736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ABB9DD75-E623-1063-4AF7-B388B7C36A44}"/>
                  </a:ext>
                </a:extLst>
              </p:cNvPr>
              <p:cNvSpPr/>
              <p:nvPr/>
            </p:nvSpPr>
            <p:spPr>
              <a:xfrm>
                <a:off x="7388935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D0A0E295-63B7-6BCC-483C-4BC95EFEE61C}"/>
                  </a:ext>
                </a:extLst>
              </p:cNvPr>
              <p:cNvSpPr/>
              <p:nvPr/>
            </p:nvSpPr>
            <p:spPr>
              <a:xfrm>
                <a:off x="7063134" y="3824059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5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A4E385-FF66-6719-4CB5-DC19293047E1}"/>
                  </a:ext>
                </a:extLst>
              </p:cNvPr>
              <p:cNvSpPr/>
              <p:nvPr/>
            </p:nvSpPr>
            <p:spPr>
              <a:xfrm>
                <a:off x="7063134" y="4149860"/>
                <a:ext cx="325914" cy="325914"/>
              </a:xfrm>
              <a:custGeom>
                <a:avLst/>
                <a:gdLst>
                  <a:gd name="connsiteX0" fmla="*/ 325914 w 325914"/>
                  <a:gd name="connsiteY0" fmla="*/ 162957 h 325914"/>
                  <a:gd name="connsiteX1" fmla="*/ 162957 w 325914"/>
                  <a:gd name="connsiteY1" fmla="*/ 325914 h 325914"/>
                  <a:gd name="connsiteX2" fmla="*/ 0 w 325914"/>
                  <a:gd name="connsiteY2" fmla="*/ 162957 h 325914"/>
                  <a:gd name="connsiteX3" fmla="*/ 162957 w 325914"/>
                  <a:gd name="connsiteY3" fmla="*/ 0 h 325914"/>
                  <a:gd name="connsiteX4" fmla="*/ 325914 w 325914"/>
                  <a:gd name="connsiteY4" fmla="*/ 162957 h 325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914" h="325914">
                    <a:moveTo>
                      <a:pt x="325914" y="162957"/>
                    </a:moveTo>
                    <a:cubicBezTo>
                      <a:pt x="325914" y="252956"/>
                      <a:pt x="252956" y="325914"/>
                      <a:pt x="162957" y="325914"/>
                    </a:cubicBezTo>
                    <a:cubicBezTo>
                      <a:pt x="72958" y="325914"/>
                      <a:pt x="0" y="252956"/>
                      <a:pt x="0" y="162957"/>
                    </a:cubicBezTo>
                    <a:cubicBezTo>
                      <a:pt x="0" y="72958"/>
                      <a:pt x="72958" y="0"/>
                      <a:pt x="162957" y="0"/>
                    </a:cubicBezTo>
                    <a:cubicBezTo>
                      <a:pt x="252956" y="0"/>
                      <a:pt x="325914" y="72959"/>
                      <a:pt x="325914" y="162957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B37082CB-E60C-66BA-112C-7E110A2EF0BF}"/>
                  </a:ext>
                </a:extLst>
              </p:cNvPr>
              <p:cNvSpPr/>
              <p:nvPr/>
            </p:nvSpPr>
            <p:spPr>
              <a:xfrm>
                <a:off x="7389048" y="3172458"/>
                <a:ext cx="651601" cy="651601"/>
              </a:xfrm>
              <a:custGeom>
                <a:avLst/>
                <a:gdLst>
                  <a:gd name="connsiteX0" fmla="*/ 651601 w 651601"/>
                  <a:gd name="connsiteY0" fmla="*/ 325801 h 651601"/>
                  <a:gd name="connsiteX1" fmla="*/ 325801 w 651601"/>
                  <a:gd name="connsiteY1" fmla="*/ 651602 h 651601"/>
                  <a:gd name="connsiteX2" fmla="*/ 0 w 651601"/>
                  <a:gd name="connsiteY2" fmla="*/ 325801 h 651601"/>
                  <a:gd name="connsiteX3" fmla="*/ 325801 w 651601"/>
                  <a:gd name="connsiteY3" fmla="*/ 0 h 651601"/>
                  <a:gd name="connsiteX4" fmla="*/ 651601 w 651601"/>
                  <a:gd name="connsiteY4" fmla="*/ 325801 h 651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1601" h="651601">
                    <a:moveTo>
                      <a:pt x="651601" y="325801"/>
                    </a:moveTo>
                    <a:cubicBezTo>
                      <a:pt x="651601" y="505735"/>
                      <a:pt x="505735" y="651602"/>
                      <a:pt x="325801" y="651602"/>
                    </a:cubicBezTo>
                    <a:cubicBezTo>
                      <a:pt x="145866" y="651602"/>
                      <a:pt x="0" y="505735"/>
                      <a:pt x="0" y="325801"/>
                    </a:cubicBezTo>
                    <a:cubicBezTo>
                      <a:pt x="0" y="145866"/>
                      <a:pt x="145866" y="0"/>
                      <a:pt x="325801" y="0"/>
                    </a:cubicBezTo>
                    <a:cubicBezTo>
                      <a:pt x="505735" y="0"/>
                      <a:pt x="651601" y="145866"/>
                      <a:pt x="651601" y="325801"/>
                    </a:cubicBezTo>
                    <a:close/>
                  </a:path>
                </a:pathLst>
              </a:custGeom>
              <a:noFill/>
              <a:ln w="9525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94426DAB-EC49-97B6-8BAA-250B2F3420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140542" y="4149080"/>
              <a:ext cx="933450" cy="628650"/>
            </a:xfrm>
            <a:prstGeom prst="rect">
              <a:avLst/>
            </a:prstGeom>
          </p:spPr>
        </p:pic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3EFF8D-C896-9FCB-CCD9-055E2DEAA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2438CF-A668-47D4-D56F-CEE9B5219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A3311E4-A084-8644-4A2C-81E8B32124A6}"/>
              </a:ext>
            </a:extLst>
          </p:cNvPr>
          <p:cNvCxnSpPr>
            <a:cxnSpLocks/>
          </p:cNvCxnSpPr>
          <p:nvPr userDrawn="1"/>
        </p:nvCxnSpPr>
        <p:spPr>
          <a:xfrm>
            <a:off x="0" y="4077576"/>
            <a:ext cx="3214688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296703DE-8690-EFFB-7268-F2E9AF4575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4" y="1197975"/>
            <a:ext cx="6182468" cy="2519362"/>
          </a:xfrm>
          <a:prstGeom prst="rect">
            <a:avLst/>
          </a:prstGeom>
        </p:spPr>
        <p:txBody>
          <a:bodyPr anchor="b"/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ACC7893-2CFD-6A2C-B065-D787A12A32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5" y="4509624"/>
            <a:ext cx="5929550" cy="79248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65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BFA95311-77E2-E862-BFF5-6934BE4061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3" y="5445728"/>
            <a:ext cx="5930058" cy="143272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1400" b="0"/>
            </a:lvl1pPr>
            <a:lvl2pPr marL="7937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36657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Cov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97D705B-FD6E-5D21-AE75-E0D648A176C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960000" y="-1"/>
            <a:ext cx="5232000" cy="6857989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14C4D-992C-08AD-7433-20C760BC8A7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4F4FA-2BB1-E76D-62AA-FDCD0FCA087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59D0BDF-8BE7-4C3F-9009-83FAF1F2140A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44CC65-E1B1-5D09-E60C-9501318FFDE8}"/>
              </a:ext>
            </a:extLst>
          </p:cNvPr>
          <p:cNvCxnSpPr>
            <a:cxnSpLocks/>
          </p:cNvCxnSpPr>
          <p:nvPr userDrawn="1"/>
        </p:nvCxnSpPr>
        <p:spPr>
          <a:xfrm>
            <a:off x="0" y="4077576"/>
            <a:ext cx="3214688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BCB8EB12-83EE-B460-B9C4-FB3C1BEDBA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4" y="1197975"/>
            <a:ext cx="5929550" cy="2519362"/>
          </a:xfrm>
          <a:prstGeom prst="rect">
            <a:avLst/>
          </a:prstGeom>
        </p:spPr>
        <p:txBody>
          <a:bodyPr anchor="b"/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E670548-7E5E-8263-0D27-D6C602F155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5" y="4509624"/>
            <a:ext cx="5929550" cy="79248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65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328CD543-D355-2BFE-6222-6DB45B4847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3" y="5445728"/>
            <a:ext cx="5930058" cy="143272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1400" b="0"/>
            </a:lvl1pPr>
            <a:lvl2pPr marL="7937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998986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Cov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97D705B-FD6E-5D21-AE75-E0D648A176C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960000" y="-1"/>
            <a:ext cx="5232000" cy="6857989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A80E0-3E50-3DF4-4445-AE338350123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3DA5D-C211-08C0-E0A0-CB9651D538C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11F7999-AF75-0EA8-FBAC-B1B74CC6CE42}"/>
              </a:ext>
            </a:extLst>
          </p:cNvPr>
          <p:cNvCxnSpPr>
            <a:cxnSpLocks/>
          </p:cNvCxnSpPr>
          <p:nvPr userDrawn="1"/>
        </p:nvCxnSpPr>
        <p:spPr>
          <a:xfrm>
            <a:off x="0" y="4077576"/>
            <a:ext cx="3214688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571676F4-CEB5-1E44-9AF0-47F07C450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4" y="1197975"/>
            <a:ext cx="6182468" cy="2519362"/>
          </a:xfrm>
          <a:prstGeom prst="rect">
            <a:avLst/>
          </a:prstGeom>
        </p:spPr>
        <p:txBody>
          <a:bodyPr anchor="b"/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68CF5182-773F-3E58-77E1-56F3C3349E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5" y="4509624"/>
            <a:ext cx="5929550" cy="79248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65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A5F2774E-D112-1740-985F-CB14C365AB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3" y="5445728"/>
            <a:ext cx="5930058" cy="143272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1400" b="0"/>
            </a:lvl1pPr>
            <a:lvl2pPr marL="7937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982543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een Divide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0B96E-5982-9F5C-E74C-271F54C46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168" y="728739"/>
            <a:ext cx="5943600" cy="3240521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032D485-ACCA-B604-40F4-1FC1C8085F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38508" y="6237650"/>
            <a:ext cx="1402108" cy="360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E41C8E6-FF96-D1BD-38D7-EFB76879CC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071"/>
          <a:stretch>
            <a:fillRect/>
          </a:stretch>
        </p:blipFill>
        <p:spPr>
          <a:xfrm>
            <a:off x="8276208" y="1041276"/>
            <a:ext cx="3915791" cy="3951586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1598EF9-C866-B6DA-45C5-F7E455BC8C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6865"/>
          <a:stretch>
            <a:fillRect/>
          </a:stretch>
        </p:blipFill>
        <p:spPr>
          <a:xfrm rot="16200000">
            <a:off x="10073939" y="126515"/>
            <a:ext cx="1348410" cy="109537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EC10E-2114-E07E-B0AF-9A467A7193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13032-BFAD-674A-0A2B-9AFD0F129B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59D0BDF-8BE7-4C3F-9009-83FAF1F214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8EEEE403-D915-90AA-6977-84A1233856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43"/>
          <a:stretch>
            <a:fillRect/>
          </a:stretch>
        </p:blipFill>
        <p:spPr>
          <a:xfrm>
            <a:off x="5088000" y="2349000"/>
            <a:ext cx="4743450" cy="450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9222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een Divide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032D485-ACCA-B604-40F4-1FC1C8085F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38508" y="6237650"/>
            <a:ext cx="1402108" cy="360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E41C8E6-FF96-D1BD-38D7-EFB76879CC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071"/>
          <a:stretch>
            <a:fillRect/>
          </a:stretch>
        </p:blipFill>
        <p:spPr>
          <a:xfrm>
            <a:off x="8276208" y="1041276"/>
            <a:ext cx="3915791" cy="3951586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1598EF9-C866-B6DA-45C5-F7E455BC8C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6865"/>
          <a:stretch>
            <a:fillRect/>
          </a:stretch>
        </p:blipFill>
        <p:spPr>
          <a:xfrm rot="16200000">
            <a:off x="10073939" y="126515"/>
            <a:ext cx="1348410" cy="109537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D1B36-2C00-F65A-451D-1C6B220D515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E216BBF-AD11-64D7-E0AF-8D45D247604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38508" y="6237352"/>
            <a:ext cx="1402108" cy="360000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B50DAFA2-9C2D-40FC-BFC5-E1E6D2B83200}"/>
              </a:ext>
            </a:extLst>
          </p:cNvPr>
          <p:cNvSpPr/>
          <p:nvPr userDrawn="1"/>
        </p:nvSpPr>
        <p:spPr>
          <a:xfrm>
            <a:off x="552000" y="6381000"/>
            <a:ext cx="216000" cy="2163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C6E6D-163E-8544-DE73-7D1CDA8650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flipH="1">
            <a:off x="552000" y="6381000"/>
            <a:ext cx="216000" cy="216000"/>
          </a:xfrm>
        </p:spPr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FC61A1CB-D9F9-A727-40EB-A2C367E865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4943"/>
          <a:stretch>
            <a:fillRect/>
          </a:stretch>
        </p:blipFill>
        <p:spPr>
          <a:xfrm>
            <a:off x="5088000" y="2349000"/>
            <a:ext cx="4743450" cy="4509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7E035C5-6C77-1F49-38D4-CA09F461E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168" y="728739"/>
            <a:ext cx="5943600" cy="3240521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680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Divider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032D485-ACCA-B604-40F4-1FC1C8085F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38508" y="6237650"/>
            <a:ext cx="1402108" cy="360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E41C8E6-FF96-D1BD-38D7-EFB76879CC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071"/>
          <a:stretch>
            <a:fillRect/>
          </a:stretch>
        </p:blipFill>
        <p:spPr>
          <a:xfrm>
            <a:off x="8276208" y="1041276"/>
            <a:ext cx="3915791" cy="3951586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1598EF9-C866-B6DA-45C5-F7E455BC8C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6865"/>
          <a:stretch>
            <a:fillRect/>
          </a:stretch>
        </p:blipFill>
        <p:spPr>
          <a:xfrm rot="16200000">
            <a:off x="10073939" y="126515"/>
            <a:ext cx="1348410" cy="109537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4254B-55D4-0929-C427-AAA71A9EF5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1FAC5A-F022-653C-A96C-B80EBBDE19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753A11D-F30A-BF3A-76C0-84C62D52A1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43"/>
          <a:stretch>
            <a:fillRect/>
          </a:stretch>
        </p:blipFill>
        <p:spPr>
          <a:xfrm>
            <a:off x="5088000" y="2349000"/>
            <a:ext cx="4743450" cy="4509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5F0C7C3-25A3-6F8C-4351-C7890DFAE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168" y="866357"/>
            <a:ext cx="5943600" cy="3240521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7155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032D485-ACCA-B604-40F4-1FC1C8085F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38508" y="6237650"/>
            <a:ext cx="1402108" cy="360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E41C8E6-FF96-D1BD-38D7-EFB76879CC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2676" r="25349"/>
          <a:stretch>
            <a:fillRect/>
          </a:stretch>
        </p:blipFill>
        <p:spPr>
          <a:xfrm>
            <a:off x="8832001" y="-4"/>
            <a:ext cx="3360000" cy="3844542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1598EF9-C866-B6DA-45C5-F7E455BC8C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6865" b="13652"/>
          <a:stretch>
            <a:fillRect/>
          </a:stretch>
        </p:blipFill>
        <p:spPr>
          <a:xfrm rot="16200000">
            <a:off x="10415133" y="311779"/>
            <a:ext cx="2088651" cy="1465083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EC10E-2114-E07E-B0AF-9A467A7193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13032-BFAD-674A-0A2B-9AFD0F129B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59D0BDF-8BE7-4C3F-9009-83FAF1F214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8EEEE403-D915-90AA-6977-84A1233856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43"/>
          <a:stretch>
            <a:fillRect/>
          </a:stretch>
        </p:blipFill>
        <p:spPr>
          <a:xfrm>
            <a:off x="7416349" y="3069000"/>
            <a:ext cx="4743450" cy="450900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1FBC019-A227-E8F6-3BFB-71012198A9A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15999" y="1773000"/>
            <a:ext cx="7383799" cy="43200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3200"/>
            </a:lvl1pPr>
            <a:lvl2pPr marL="914400" indent="-258763">
              <a:defRPr sz="2400" b="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B5B8BD-E377-EC3D-6E62-BF2DF8474A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9788" y="620938"/>
            <a:ext cx="8352212" cy="1008062"/>
          </a:xfrm>
        </p:spPr>
        <p:txBody>
          <a:bodyPr>
            <a:noAutofit/>
          </a:bodyPr>
          <a:lstStyle>
            <a:lvl1pPr>
              <a:defRPr sz="4400">
                <a:solidFill>
                  <a:schemeClr val="accent2"/>
                </a:solidFill>
              </a:defRPr>
            </a:lvl1pPr>
            <a:lvl2pPr marL="7937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6BB6B9-1EF2-26D5-D3E9-7925E8A60494}"/>
              </a:ext>
            </a:extLst>
          </p:cNvPr>
          <p:cNvSpPr txBox="1"/>
          <p:nvPr userDrawn="1"/>
        </p:nvSpPr>
        <p:spPr>
          <a:xfrm>
            <a:off x="2639238" y="1041276"/>
            <a:ext cx="3960000" cy="64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endParaRPr lang="en-US" sz="5400" b="1" dirty="0">
              <a:solidFill>
                <a:schemeClr val="accent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89058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Gre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D1B36-2C00-F65A-451D-1C6B220D515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50DAFA2-9C2D-40FC-BFC5-E1E6D2B83200}"/>
              </a:ext>
            </a:extLst>
          </p:cNvPr>
          <p:cNvSpPr/>
          <p:nvPr userDrawn="1"/>
        </p:nvSpPr>
        <p:spPr>
          <a:xfrm>
            <a:off x="552000" y="6381000"/>
            <a:ext cx="216000" cy="21635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C6E6D-163E-8544-DE73-7D1CDA8650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flipH="1">
            <a:off x="552000" y="6381000"/>
            <a:ext cx="216000" cy="21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59D0BDF-8BE7-4C3F-9009-83FAF1F214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70DEDD-8457-BBBA-6DFE-793D380F2E92}"/>
              </a:ext>
            </a:extLst>
          </p:cNvPr>
          <p:cNvSpPr txBox="1"/>
          <p:nvPr userDrawn="1"/>
        </p:nvSpPr>
        <p:spPr>
          <a:xfrm>
            <a:off x="1134787" y="393276"/>
            <a:ext cx="3960000" cy="64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6600" b="1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Agenda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8A18B98-04E6-634D-8D70-7970E667919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16000" y="1773000"/>
            <a:ext cx="7848000" cy="43200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3200"/>
            </a:lvl1pPr>
            <a:lvl2pPr marL="914400" indent="-258763">
              <a:defRPr sz="2400" b="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51EE761-1C34-46D5-9FDD-063C66D50B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2676" r="25349"/>
          <a:stretch>
            <a:fillRect/>
          </a:stretch>
        </p:blipFill>
        <p:spPr>
          <a:xfrm>
            <a:off x="8832000" y="-5"/>
            <a:ext cx="3360000" cy="3844542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469D0B96-9BFD-1FA2-5B35-06899B4D12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865" b="13652"/>
          <a:stretch>
            <a:fillRect/>
          </a:stretch>
        </p:blipFill>
        <p:spPr>
          <a:xfrm rot="16200000">
            <a:off x="10415133" y="311779"/>
            <a:ext cx="2088651" cy="1465083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0168E20C-EE07-5AE1-6619-37388EC668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4943"/>
          <a:stretch>
            <a:fillRect/>
          </a:stretch>
        </p:blipFill>
        <p:spPr>
          <a:xfrm>
            <a:off x="7416349" y="3069000"/>
            <a:ext cx="4743450" cy="45090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C99BB576-AEB0-54EE-C12B-A1AEF658EE5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38508" y="6237352"/>
            <a:ext cx="1402108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9108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4254B-55D4-0929-C427-AAA71A9EF5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1FAC5A-F022-653C-A96C-B80EBBDE19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9D0BDF-8BE7-4C3F-9009-83FAF1F214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E4E56B-8402-AAB4-DD13-CB54D38026C6}"/>
              </a:ext>
            </a:extLst>
          </p:cNvPr>
          <p:cNvSpPr txBox="1"/>
          <p:nvPr userDrawn="1"/>
        </p:nvSpPr>
        <p:spPr>
          <a:xfrm>
            <a:off x="1134787" y="393276"/>
            <a:ext cx="3960000" cy="64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6600" b="1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Agenda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0E36D60D-81F0-65D5-9F1D-7739CCD57D6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16000" y="1773000"/>
            <a:ext cx="7776000" cy="43200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3200"/>
            </a:lvl1pPr>
            <a:lvl2pPr marL="914400" indent="-258763">
              <a:defRPr sz="2400" b="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40A74B2-3261-15AC-14BC-F61DE7C751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2676" r="25349"/>
          <a:stretch>
            <a:fillRect/>
          </a:stretch>
        </p:blipFill>
        <p:spPr>
          <a:xfrm>
            <a:off x="8832000" y="-5"/>
            <a:ext cx="3360000" cy="384454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C313176C-ECD2-C67D-831E-08EC708D9C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865" b="13652"/>
          <a:stretch>
            <a:fillRect/>
          </a:stretch>
        </p:blipFill>
        <p:spPr>
          <a:xfrm rot="16200000">
            <a:off x="10415133" y="311779"/>
            <a:ext cx="2088651" cy="1465083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BCD39DCF-98C5-AC5D-49A2-3A4AAECA4BF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4943"/>
          <a:stretch>
            <a:fillRect/>
          </a:stretch>
        </p:blipFill>
        <p:spPr>
          <a:xfrm>
            <a:off x="7416349" y="3069000"/>
            <a:ext cx="4743450" cy="450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1678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 Guidanc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93B80EB-3E23-BA58-DF6D-C66EA954939E}"/>
              </a:ext>
            </a:extLst>
          </p:cNvPr>
          <p:cNvSpPr/>
          <p:nvPr userDrawn="1"/>
        </p:nvSpPr>
        <p:spPr>
          <a:xfrm>
            <a:off x="8991600" y="0"/>
            <a:ext cx="32004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3B0ED86-D2A2-19F7-E05C-D4D41DC0AF4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384" y="1341438"/>
            <a:ext cx="3672616" cy="4895850"/>
          </a:xfrm>
        </p:spPr>
        <p:txBody>
          <a:bodyPr tIns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9B72684C-0911-88D3-2805-D8FFCADDAD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01154" y="1341438"/>
            <a:ext cx="3782446" cy="4895850"/>
          </a:xfrm>
        </p:spPr>
        <p:txBody>
          <a:bodyPr tIns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F82E6-3353-5842-9167-0E5A71FDF1F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6229F6-7907-4A2F-F45C-82E6B4DC9AC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AA892997-8AEA-E582-5155-86393FF8A46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9264000" y="1341151"/>
            <a:ext cx="2664000" cy="4895849"/>
          </a:xfrm>
        </p:spPr>
        <p:txBody>
          <a:bodyPr tIns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5ACE350-03A9-ED00-FA00-76793D7A0D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04512" y="6375697"/>
            <a:ext cx="936103" cy="24035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7090BE54-7171-7DEE-748E-51B67047CF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453" r="5598"/>
          <a:stretch>
            <a:fillRect/>
          </a:stretch>
        </p:blipFill>
        <p:spPr>
          <a:xfrm>
            <a:off x="10492763" y="-3126"/>
            <a:ext cx="1699237" cy="105251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732D2F1-B120-2024-013D-55E7B8C3274D}"/>
              </a:ext>
            </a:extLst>
          </p:cNvPr>
          <p:cNvSpPr/>
          <p:nvPr userDrawn="1"/>
        </p:nvSpPr>
        <p:spPr>
          <a:xfrm>
            <a:off x="0" y="0"/>
            <a:ext cx="8991600" cy="1076325"/>
          </a:xfrm>
          <a:prstGeom prst="rect">
            <a:avLst/>
          </a:prstGeom>
          <a:solidFill>
            <a:schemeClr val="accent2"/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1" vert="horz" wrap="square" lIns="50800" tIns="50800" rIns="50800" bIns="50800" numCol="1" spcCol="38100" rtlCol="0" anchor="ctr">
            <a:noAutofit/>
          </a:bodyPr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095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7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defRPr>
            </a:lvl1pPr>
            <a:lvl2pPr marL="0" marR="0" indent="0" algn="ctr" defTabSz="4095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7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defRPr>
            </a:lvl2pPr>
            <a:lvl3pPr marL="0" marR="0" indent="0" algn="ctr" defTabSz="4095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7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defRPr>
            </a:lvl3pPr>
            <a:lvl4pPr marL="0" marR="0" indent="0" algn="ctr" defTabSz="4095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7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defRPr>
            </a:lvl4pPr>
            <a:lvl5pPr marL="0" marR="0" indent="0" algn="ctr" defTabSz="4095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7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defRPr>
            </a:lvl5pPr>
            <a:lvl6pPr marL="0" marR="0" indent="0" algn="ctr" defTabSz="4095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7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defRPr>
            </a:lvl6pPr>
            <a:lvl7pPr marL="0" marR="0" indent="0" algn="ctr" defTabSz="4095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7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defRPr>
            </a:lvl7pPr>
            <a:lvl8pPr marL="0" marR="0" indent="0" algn="ctr" defTabSz="4095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7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defRPr>
            </a:lvl8pPr>
            <a:lvl9pPr marL="0" marR="0" indent="0" algn="ctr" defTabSz="4095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7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defRPr>
            </a:lvl9pPr>
          </a:lstStyle>
          <a:p>
            <a:pPr marL="0" marR="0" lvl="0" indent="0" algn="ctr" defTabSz="8763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egoe UI"/>
              <a:ea typeface="+mn-ea"/>
              <a:cs typeface="Calibri"/>
              <a:sym typeface="Gill San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BDCBCE-319D-3EBF-C0B2-1BF158C95EF3}"/>
              </a:ext>
            </a:extLst>
          </p:cNvPr>
          <p:cNvSpPr/>
          <p:nvPr userDrawn="1"/>
        </p:nvSpPr>
        <p:spPr>
          <a:xfrm>
            <a:off x="0" y="6237288"/>
            <a:ext cx="12192000" cy="653030"/>
          </a:xfrm>
          <a:prstGeom prst="rect">
            <a:avLst/>
          </a:prstGeom>
          <a:solidFill>
            <a:schemeClr val="accent2"/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1" vert="horz" wrap="square" lIns="50800" tIns="50800" rIns="50800" bIns="50800" numCol="1" spcCol="38100" rtlCol="0" anchor="ctr">
            <a:noAutofit/>
          </a:bodyPr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095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7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defRPr>
            </a:lvl1pPr>
            <a:lvl2pPr marL="0" marR="0" indent="0" algn="ctr" defTabSz="4095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7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defRPr>
            </a:lvl2pPr>
            <a:lvl3pPr marL="0" marR="0" indent="0" algn="ctr" defTabSz="4095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7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defRPr>
            </a:lvl3pPr>
            <a:lvl4pPr marL="0" marR="0" indent="0" algn="ctr" defTabSz="4095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7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defRPr>
            </a:lvl4pPr>
            <a:lvl5pPr marL="0" marR="0" indent="0" algn="ctr" defTabSz="4095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7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defRPr>
            </a:lvl5pPr>
            <a:lvl6pPr marL="0" marR="0" indent="0" algn="ctr" defTabSz="4095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7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defRPr>
            </a:lvl6pPr>
            <a:lvl7pPr marL="0" marR="0" indent="0" algn="ctr" defTabSz="4095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7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defRPr>
            </a:lvl7pPr>
            <a:lvl8pPr marL="0" marR="0" indent="0" algn="ctr" defTabSz="4095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7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defRPr>
            </a:lvl8pPr>
            <a:lvl9pPr marL="0" marR="0" indent="0" algn="ctr" defTabSz="4095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700" b="0" i="0" u="none" strike="noStrike" cap="none" spc="0" normalizeH="0" baseline="0">
                <a:ln>
                  <a:noFill/>
                </a:ln>
                <a:solidFill>
                  <a:schemeClr val="dk1"/>
                </a:solidFill>
                <a:effectLst/>
                <a:uFillTx/>
                <a:latin typeface="+mn-lt"/>
                <a:ea typeface="+mn-ea"/>
                <a:cs typeface="+mn-cs"/>
                <a:sym typeface="Gill Sans"/>
              </a:defRPr>
            </a:lvl9pPr>
          </a:lstStyle>
          <a:p>
            <a:pPr marL="0" marR="0" lvl="0" indent="0" algn="ctr" defTabSz="8763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"/>
                <a:ea typeface="+mn-ea"/>
                <a:cs typeface="+mn-cs"/>
                <a:sym typeface="Gill Sans"/>
              </a:rPr>
              <a:t>NOT FOR EXTERNAL USE – DELETE THIS SLIDE BEFORE USING WITH A PROSPECT!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egoe UI"/>
              <a:ea typeface="+mn-ea"/>
              <a:cs typeface="Calibri"/>
              <a:sym typeface="Gill Sa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DC251F-4810-3650-ACAD-BE6F5660C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8280986" cy="504000"/>
          </a:xfrm>
        </p:spPr>
        <p:txBody>
          <a:bodyPr/>
          <a:lstStyle>
            <a:lvl1pPr>
              <a:defRPr sz="3600" b="0"/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B91AE49-EEDF-AD0F-00E0-ACA66FB52882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52513"/>
            <a:ext cx="3214689" cy="48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7232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B4E8-3F93-3151-2D50-CB6410996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864616" cy="504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96B376-5836-A3D3-A2E7-6FE629218A6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1384" y="1341438"/>
            <a:ext cx="11088000" cy="4895850"/>
          </a:xfrm>
        </p:spPr>
        <p:txBody>
          <a:bodyPr>
            <a:noAutofit/>
          </a:bodyPr>
          <a:lstStyle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6727E6-3E50-B9E4-63BF-50ED7121B7F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C3F64E-056C-D872-A9ED-DF83D727578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BC43C65B-EE3D-2FD9-3D97-F97D35EE21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1ED6644-69AC-3ADF-6B36-0787BCF71DBC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24822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B4E8-3F93-3151-2D50-CB6410996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864616" cy="504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96B376-5836-A3D3-A2E7-6FE629218A6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1384" y="1342118"/>
            <a:ext cx="5473179" cy="4895169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2D405B3-1349-FF5A-7235-8E36AF73BD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8008" y="1341439"/>
            <a:ext cx="5472000" cy="4895626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A7825DC-AD43-9051-80AF-E7A8AFD6F64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30519D-D8F1-A3CE-E0C1-CB9E249A275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C55940C4-7AAB-5365-F666-2CB4424DEB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7A0D8DA-8C36-793D-9787-BA538549FAA0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55856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47960-1146-F72F-3D8D-A723C13C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3C1026-D429-B46F-DDB7-7589B271F05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0863" y="1341438"/>
            <a:ext cx="3600450" cy="489585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67F7B8-B11B-C456-A2B3-0BFA3BD4D8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5775" y="1341438"/>
            <a:ext cx="3600450" cy="489585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BFE457-DA14-B0B8-91EF-5C34AF08E5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40688" y="1341438"/>
            <a:ext cx="3600450" cy="489585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A2D60-0274-8C21-09C4-3ED3108FAA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D5EC15-3EBF-480C-7235-F7A817B60CD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61E9611-753E-3BB0-85F7-CF4AD3799E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5B20C2A-48E5-3031-65F8-D04FA1D802CF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67440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47960-1146-F72F-3D8D-A723C13C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3C1026-D429-B46F-DDB7-7589B271F05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0863" y="1341438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67F7B8-B11B-C456-A2B3-0BFA3BD4D8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60000" y="1341438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BFE457-DA14-B0B8-91EF-5C34AF08E5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8177" y="1341438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A2D60-0274-8C21-09C4-3ED3108FAA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D5EC15-3EBF-480C-7235-F7A817B60CD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61E9611-753E-3BB0-85F7-CF4AD3799E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5B20C2A-48E5-3031-65F8-D04FA1D802CF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2901DD2F-961E-E16A-872E-7E290BCEF9D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976000" y="1341000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422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hite w/ Left Sidebar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07B9A9-00A6-A5E6-47EC-60C7604E45D6}"/>
              </a:ext>
            </a:extLst>
          </p:cNvPr>
          <p:cNvSpPr/>
          <p:nvPr userDrawn="1"/>
        </p:nvSpPr>
        <p:spPr>
          <a:xfrm>
            <a:off x="0" y="1052514"/>
            <a:ext cx="3200400" cy="5805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DC251F-4810-3650-ACAD-BE6F5660C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3B0ED86-D2A2-19F7-E05C-D4D41DC0AF4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04000" y="1341439"/>
            <a:ext cx="8352000" cy="4895849"/>
          </a:xfrm>
        </p:spPr>
        <p:txBody>
          <a:bodyPr tIns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B75A4D9-86E1-C9F6-E1B8-6B505D8E53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58FE70BD-DC74-A24F-FB10-C11CC4FE53E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2A4232A-AA9F-0E7F-0D31-CBEE32B5690F}"/>
              </a:ext>
            </a:extLst>
          </p:cNvPr>
          <p:cNvCxnSpPr>
            <a:cxnSpLocks/>
          </p:cNvCxnSpPr>
          <p:nvPr userDrawn="1"/>
        </p:nvCxnSpPr>
        <p:spPr>
          <a:xfrm flipV="1">
            <a:off x="-1" y="1052513"/>
            <a:ext cx="3200400" cy="48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F9E2296F-52FB-07A9-1254-1E6F8EB4656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36000" y="1341439"/>
            <a:ext cx="2520000" cy="4895849"/>
          </a:xfrm>
        </p:spPr>
        <p:txBody>
          <a:bodyPr tIns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2E1F085-E5BC-D9F6-74D8-B83A19A251A6}"/>
              </a:ext>
            </a:extLst>
          </p:cNvPr>
          <p:cNvSpPr/>
          <p:nvPr userDrawn="1"/>
        </p:nvSpPr>
        <p:spPr>
          <a:xfrm>
            <a:off x="552000" y="6381000"/>
            <a:ext cx="216000" cy="2163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D4985E6-1D80-E0A6-15BF-AEADABFAEEF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52000" y="6381000"/>
            <a:ext cx="216000" cy="216000"/>
          </a:xfrm>
        </p:spPr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7946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hite w/ Left Sidebar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07B9A9-00A6-A5E6-47EC-60C7604E45D6}"/>
              </a:ext>
            </a:extLst>
          </p:cNvPr>
          <p:cNvSpPr/>
          <p:nvPr userDrawn="1"/>
        </p:nvSpPr>
        <p:spPr>
          <a:xfrm>
            <a:off x="0" y="1052514"/>
            <a:ext cx="3200400" cy="5805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DC251F-4810-3650-ACAD-BE6F5660C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3B0ED86-D2A2-19F7-E05C-D4D41DC0AF4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04000" y="1341439"/>
            <a:ext cx="3931920" cy="4895849"/>
          </a:xfrm>
        </p:spPr>
        <p:txBody>
          <a:bodyPr tIns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9B72684C-0911-88D3-2805-D8FFCADDAD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43520" y="1341439"/>
            <a:ext cx="3840480" cy="4895849"/>
          </a:xfrm>
        </p:spPr>
        <p:txBody>
          <a:bodyPr tIns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B75A4D9-86E1-C9F6-E1B8-6B505D8E53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58FE70BD-DC74-A24F-FB10-C11CC4FE53E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2A4232A-AA9F-0E7F-0D31-CBEE32B5690F}"/>
              </a:ext>
            </a:extLst>
          </p:cNvPr>
          <p:cNvCxnSpPr>
            <a:cxnSpLocks/>
          </p:cNvCxnSpPr>
          <p:nvPr userDrawn="1"/>
        </p:nvCxnSpPr>
        <p:spPr>
          <a:xfrm flipV="1">
            <a:off x="-1" y="1052513"/>
            <a:ext cx="3200400" cy="48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F9E2296F-52FB-07A9-1254-1E6F8EB4656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36000" y="1341439"/>
            <a:ext cx="2520000" cy="4895849"/>
          </a:xfrm>
        </p:spPr>
        <p:txBody>
          <a:bodyPr tIns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2E1F085-E5BC-D9F6-74D8-B83A19A251A6}"/>
              </a:ext>
            </a:extLst>
          </p:cNvPr>
          <p:cNvSpPr/>
          <p:nvPr userDrawn="1"/>
        </p:nvSpPr>
        <p:spPr>
          <a:xfrm>
            <a:off x="552000" y="6381000"/>
            <a:ext cx="216000" cy="2163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D4985E6-1D80-E0A6-15BF-AEADABFAEEF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52000" y="6381000"/>
            <a:ext cx="216000" cy="216000"/>
          </a:xfrm>
        </p:spPr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0604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w/ Left Sidebar Medi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CB4608A-65F3-45F5-ADA3-5E51EE3F9A31}"/>
              </a:ext>
            </a:extLst>
          </p:cNvPr>
          <p:cNvSpPr/>
          <p:nvPr userDrawn="1"/>
        </p:nvSpPr>
        <p:spPr>
          <a:xfrm>
            <a:off x="-1" y="1052513"/>
            <a:ext cx="4114800" cy="58054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347960-1146-F72F-3D8D-A723C13C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67F7B8-B11B-C456-A2B3-0BFA3BD4D8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38638" y="1341438"/>
            <a:ext cx="3457588" cy="489585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BFE457-DA14-B0B8-91EF-5C34AF08E5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54862" y="1341438"/>
            <a:ext cx="3601138" cy="489585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D5EC15-3EBF-480C-7235-F7A817B60CD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61E9611-753E-3BB0-85F7-CF4AD3799E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2241618-4F93-97B3-6A17-BA69004DC010}"/>
              </a:ext>
            </a:extLst>
          </p:cNvPr>
          <p:cNvCxnSpPr>
            <a:cxnSpLocks/>
          </p:cNvCxnSpPr>
          <p:nvPr userDrawn="1"/>
        </p:nvCxnSpPr>
        <p:spPr>
          <a:xfrm>
            <a:off x="-1" y="1053000"/>
            <a:ext cx="4114800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38B5FB8E-99A3-5FA0-D9BE-B8532DF1514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36000" y="1341438"/>
            <a:ext cx="3456000" cy="4895850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8C9968E-4DFA-912D-4377-EB93C27C612D}"/>
              </a:ext>
            </a:extLst>
          </p:cNvPr>
          <p:cNvSpPr/>
          <p:nvPr userDrawn="1"/>
        </p:nvSpPr>
        <p:spPr>
          <a:xfrm>
            <a:off x="552000" y="6381000"/>
            <a:ext cx="216000" cy="2163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A2D60-0274-8C21-09C4-3ED3108FAA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52000" y="6381000"/>
            <a:ext cx="216000" cy="216000"/>
          </a:xfrm>
        </p:spPr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2531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w/ Left Sidebar B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07B9A9-00A6-A5E6-47EC-60C7604E45D6}"/>
              </a:ext>
            </a:extLst>
          </p:cNvPr>
          <p:cNvSpPr/>
          <p:nvPr userDrawn="1"/>
        </p:nvSpPr>
        <p:spPr>
          <a:xfrm>
            <a:off x="0" y="1052514"/>
            <a:ext cx="5486400" cy="5805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DC251F-4810-3650-ACAD-BE6F5660C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3B0ED86-D2A2-19F7-E05C-D4D41DC0AF4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80000" y="1341439"/>
            <a:ext cx="2859242" cy="4895849"/>
          </a:xfrm>
        </p:spPr>
        <p:txBody>
          <a:bodyPr tIns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9B72684C-0911-88D3-2805-D8FFCADDAD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121464" y="1341439"/>
            <a:ext cx="2806536" cy="4895849"/>
          </a:xfrm>
        </p:spPr>
        <p:txBody>
          <a:bodyPr tIns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B75A4D9-86E1-C9F6-E1B8-6B505D8E53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58FE70BD-DC74-A24F-FB10-C11CC4FE53E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2A4232A-AA9F-0E7F-0D31-CBEE32B5690F}"/>
              </a:ext>
            </a:extLst>
          </p:cNvPr>
          <p:cNvCxnSpPr>
            <a:cxnSpLocks/>
          </p:cNvCxnSpPr>
          <p:nvPr userDrawn="1"/>
        </p:nvCxnSpPr>
        <p:spPr>
          <a:xfrm flipV="1">
            <a:off x="-1" y="1052513"/>
            <a:ext cx="5486400" cy="48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F9E2296F-52FB-07A9-1254-1E6F8EB4656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36000" y="1341439"/>
            <a:ext cx="4752000" cy="4895849"/>
          </a:xfrm>
        </p:spPr>
        <p:txBody>
          <a:bodyPr tIns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2E1F085-E5BC-D9F6-74D8-B83A19A251A6}"/>
              </a:ext>
            </a:extLst>
          </p:cNvPr>
          <p:cNvSpPr/>
          <p:nvPr userDrawn="1"/>
        </p:nvSpPr>
        <p:spPr>
          <a:xfrm>
            <a:off x="552000" y="6381000"/>
            <a:ext cx="216000" cy="2163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D4985E6-1D80-E0A6-15BF-AEADABFAEEF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52000" y="6381000"/>
            <a:ext cx="216000" cy="216000"/>
          </a:xfrm>
        </p:spPr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9879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w/ Right Sidebar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93B80EB-3E23-BA58-DF6D-C66EA954939E}"/>
              </a:ext>
            </a:extLst>
          </p:cNvPr>
          <p:cNvSpPr/>
          <p:nvPr userDrawn="1"/>
        </p:nvSpPr>
        <p:spPr>
          <a:xfrm>
            <a:off x="8991600" y="0"/>
            <a:ext cx="32004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DC251F-4810-3650-ACAD-BE6F5660C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8280986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3B0ED86-D2A2-19F7-E05C-D4D41DC0AF4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384" y="1341438"/>
            <a:ext cx="3913770" cy="4895850"/>
          </a:xfrm>
        </p:spPr>
        <p:txBody>
          <a:bodyPr tIns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9B72684C-0911-88D3-2805-D8FFCADDAD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01154" y="1341438"/>
            <a:ext cx="3854446" cy="4895850"/>
          </a:xfrm>
        </p:spPr>
        <p:txBody>
          <a:bodyPr tIns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F82E6-3353-5842-9167-0E5A71FDF1F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6229F6-7907-4A2F-F45C-82E6B4DC9AC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AA892997-8AEA-E582-5155-86393FF8A46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9336000" y="1341151"/>
            <a:ext cx="2520000" cy="4895849"/>
          </a:xfrm>
        </p:spPr>
        <p:txBody>
          <a:bodyPr tIns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B91AE49-EEDF-AD0F-00E0-ACA66FB52882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52513"/>
            <a:ext cx="3214689" cy="48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Graphic 13">
            <a:extLst>
              <a:ext uri="{FF2B5EF4-FFF2-40B4-BE49-F238E27FC236}">
                <a16:creationId xmlns:a16="http://schemas.microsoft.com/office/drawing/2014/main" id="{45ACE350-03A9-ED00-FA00-76793D7A0D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04512" y="6375697"/>
            <a:ext cx="936103" cy="24035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7090BE54-7171-7DEE-748E-51B67047CF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453" r="5598"/>
          <a:stretch>
            <a:fillRect/>
          </a:stretch>
        </p:blipFill>
        <p:spPr>
          <a:xfrm>
            <a:off x="10492763" y="-3126"/>
            <a:ext cx="1699237" cy="1052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921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w/ Right Sidebar Medi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CB4608A-65F3-45F5-ADA3-5E51EE3F9A31}"/>
              </a:ext>
            </a:extLst>
          </p:cNvPr>
          <p:cNvSpPr/>
          <p:nvPr userDrawn="1"/>
        </p:nvSpPr>
        <p:spPr>
          <a:xfrm>
            <a:off x="8040688" y="1"/>
            <a:ext cx="415131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347960-1146-F72F-3D8D-A723C13C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7346501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67F7B8-B11B-C456-A2B3-0BFA3BD4D8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000" y="1341438"/>
            <a:ext cx="3408912" cy="489585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BFE457-DA14-B0B8-91EF-5C34AF08E5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6913" y="1341438"/>
            <a:ext cx="3407774" cy="489585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A2D60-0274-8C21-09C4-3ED3108FAA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D5EC15-3EBF-480C-7235-F7A817B60CD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2241618-4F93-97B3-6A17-BA69004DC010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52513"/>
            <a:ext cx="3214688" cy="48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38B5FB8E-99A3-5FA0-D9BE-B8532DF1514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00000" y="1341438"/>
            <a:ext cx="3456000" cy="4895850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AE25BF3-AC2D-32B1-102C-6EC98D2B9A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04512" y="6375697"/>
            <a:ext cx="936103" cy="24035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A6F05B82-A22E-88BD-8A82-508967D6F5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453" r="5598"/>
          <a:stretch>
            <a:fillRect/>
          </a:stretch>
        </p:blipFill>
        <p:spPr>
          <a:xfrm>
            <a:off x="10492763" y="-3126"/>
            <a:ext cx="1699237" cy="1052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219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hite w/ Right Sidebar Medi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CB4608A-65F3-45F5-ADA3-5E51EE3F9A31}"/>
              </a:ext>
            </a:extLst>
          </p:cNvPr>
          <p:cNvSpPr/>
          <p:nvPr userDrawn="1"/>
        </p:nvSpPr>
        <p:spPr>
          <a:xfrm>
            <a:off x="8040688" y="1"/>
            <a:ext cx="415131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347960-1146-F72F-3D8D-A723C13C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7346501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67F7B8-B11B-C456-A2B3-0BFA3BD4D8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000" y="1341438"/>
            <a:ext cx="5688000" cy="489585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A2D60-0274-8C21-09C4-3ED3108FAA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D5EC15-3EBF-480C-7235-F7A817B60CD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2241618-4F93-97B3-6A17-BA69004DC010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52513"/>
            <a:ext cx="3214688" cy="48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1AE25BF3-AC2D-32B1-102C-6EC98D2B9A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04512" y="6375697"/>
            <a:ext cx="936103" cy="24035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A6F05B82-A22E-88BD-8A82-508967D6F5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453" r="5598"/>
          <a:stretch>
            <a:fillRect/>
          </a:stretch>
        </p:blipFill>
        <p:spPr>
          <a:xfrm>
            <a:off x="10492763" y="-3126"/>
            <a:ext cx="1699237" cy="1052513"/>
          </a:xfrm>
          <a:prstGeom prst="rect">
            <a:avLst/>
          </a:prstGeom>
        </p:spPr>
      </p:pic>
      <p:pic>
        <p:nvPicPr>
          <p:cNvPr id="3" name="Picture 7">
            <a:extLst>
              <a:ext uri="{FF2B5EF4-FFF2-40B4-BE49-F238E27FC236}">
                <a16:creationId xmlns:a16="http://schemas.microsoft.com/office/drawing/2014/main" id="{10AAB02C-5F77-5304-774E-0846E7B1F6AE}"/>
              </a:ext>
            </a:extLst>
          </p:cNvPr>
          <p:cNvPicPr preferRelativeResize="0">
            <a:picLocks/>
          </p:cNvPicPr>
          <p:nvPr userDrawn="1"/>
        </p:nvPicPr>
        <p:blipFill>
          <a:blip r:embed="rId4" cstate="print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1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501" t="8547" r="2359" b="4190"/>
          <a:stretch>
            <a:fillRect/>
          </a:stretch>
        </p:blipFill>
        <p:spPr>
          <a:xfrm>
            <a:off x="6848363" y="750888"/>
            <a:ext cx="5486400" cy="5486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2983510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w/ Right Sidebar B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CB4608A-65F3-45F5-ADA3-5E51EE3F9A31}"/>
              </a:ext>
            </a:extLst>
          </p:cNvPr>
          <p:cNvSpPr/>
          <p:nvPr userDrawn="1"/>
        </p:nvSpPr>
        <p:spPr>
          <a:xfrm>
            <a:off x="6240000" y="0"/>
            <a:ext cx="595200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347960-1146-F72F-3D8D-A723C13C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32712"/>
            <a:ext cx="5545137" cy="504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67F7B8-B11B-C456-A2B3-0BFA3BD4D8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000" y="1341438"/>
            <a:ext cx="2518689" cy="489585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BFE457-DA14-B0B8-91EF-5C34AF08E5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33312" y="1341438"/>
            <a:ext cx="2518689" cy="489585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A2D60-0274-8C21-09C4-3ED3108FAA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D5EC15-3EBF-480C-7235-F7A817B60CD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2241618-4F93-97B3-6A17-BA69004DC010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52513"/>
            <a:ext cx="3214688" cy="487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38B5FB8E-99A3-5FA0-D9BE-B8532DF1514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672000" y="1341438"/>
            <a:ext cx="5184000" cy="4895850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AE25BF3-AC2D-32B1-102C-6EC98D2B9A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04512" y="6375697"/>
            <a:ext cx="936103" cy="24035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A6F05B82-A22E-88BD-8A82-508967D6F5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453" r="5598"/>
          <a:stretch>
            <a:fillRect/>
          </a:stretch>
        </p:blipFill>
        <p:spPr>
          <a:xfrm>
            <a:off x="10492763" y="-3126"/>
            <a:ext cx="1699237" cy="1052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4489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Fancy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397F1-0814-B267-1984-6756C0C76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456104A-6D81-C64D-817B-67E2A3A9BE0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171" y="2316956"/>
            <a:ext cx="2104165" cy="3920010"/>
          </a:xfrm>
          <a:prstGeom prst="roundRect">
            <a:avLst>
              <a:gd name="adj" fmla="val 3204"/>
            </a:avLst>
          </a:pr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alpha val="50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 lIns="182880" tIns="274320" rIns="182880"/>
          <a:lstStyle>
            <a:lvl1pPr algn="l">
              <a:defRPr sz="1800" b="0"/>
            </a:lvl1pPr>
            <a:lvl2pPr algn="l">
              <a:defRPr sz="1600" b="0"/>
            </a:lvl2pPr>
            <a:lvl3pPr algn="l">
              <a:defRPr sz="1200" b="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AD3B0-E777-72B3-DB57-12267A7F8D3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70057FD-E157-5A46-DAE1-FF42B8EEA5B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DDC5E3ED-7D13-8763-FE4F-62C4B85DFC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B7DE9C0-6046-F3BA-0316-F4E3DCA6959E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12">
            <a:extLst>
              <a:ext uri="{FF2B5EF4-FFF2-40B4-BE49-F238E27FC236}">
                <a16:creationId xmlns:a16="http://schemas.microsoft.com/office/drawing/2014/main" id="{C02FF10D-154D-A558-2232-812020FC22C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40498" y="1341161"/>
            <a:ext cx="2194560" cy="1132652"/>
          </a:xfrm>
          <a:prstGeom prst="roundRect">
            <a:avLst>
              <a:gd name="adj" fmla="val 667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tIns="91440" anchor="ctr" anchorCtr="0"/>
          <a:lstStyle>
            <a:lvl1pPr algn="ctr">
              <a:lnSpc>
                <a:spcPct val="80000"/>
              </a:lnSpc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1248061D-F245-578A-5D17-5A1013D0826F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2842368" y="2316956"/>
            <a:ext cx="2104165" cy="3920010"/>
          </a:xfrm>
          <a:prstGeom prst="roundRect">
            <a:avLst>
              <a:gd name="adj" fmla="val 3204"/>
            </a:avLst>
          </a:pr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alpha val="50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 lIns="182880" tIns="274320" rIns="182880"/>
          <a:lstStyle>
            <a:lvl1pPr algn="l">
              <a:defRPr sz="1800" b="0"/>
            </a:lvl1pPr>
            <a:lvl2pPr algn="l">
              <a:defRPr sz="1600" b="0"/>
            </a:lvl2pPr>
            <a:lvl3pPr algn="l">
              <a:defRPr sz="1200" b="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A0B5E152-97FA-ACDE-8602-17B057339C46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2803695" y="1341161"/>
            <a:ext cx="2194560" cy="1132652"/>
          </a:xfrm>
          <a:prstGeom prst="roundRect">
            <a:avLst>
              <a:gd name="adj" fmla="val 667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tIns="91440" anchor="ctr" anchorCtr="0"/>
          <a:lstStyle>
            <a:lvl1pPr algn="ctr">
              <a:lnSpc>
                <a:spcPct val="80000"/>
              </a:lnSpc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4779E912-7F5C-EE46-5F1F-D5ED299A7842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5105565" y="2316956"/>
            <a:ext cx="2104165" cy="3920010"/>
          </a:xfrm>
          <a:prstGeom prst="roundRect">
            <a:avLst>
              <a:gd name="adj" fmla="val 3204"/>
            </a:avLst>
          </a:pr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alpha val="50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 lIns="182880" tIns="274320" rIns="182880"/>
          <a:lstStyle>
            <a:lvl1pPr algn="l">
              <a:defRPr sz="1800" b="0"/>
            </a:lvl1pPr>
            <a:lvl2pPr algn="l">
              <a:defRPr sz="1600" b="0"/>
            </a:lvl2pPr>
            <a:lvl3pPr algn="l">
              <a:defRPr sz="1200" b="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7B2D61AE-7AF6-FF55-7044-05DA8B08A164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066892" y="1341161"/>
            <a:ext cx="2194560" cy="1132652"/>
          </a:xfrm>
          <a:prstGeom prst="roundRect">
            <a:avLst>
              <a:gd name="adj" fmla="val 667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tIns="91440" anchor="ctr" anchorCtr="0"/>
          <a:lstStyle>
            <a:lvl1pPr algn="ctr">
              <a:lnSpc>
                <a:spcPct val="80000"/>
              </a:lnSpc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46CB24CE-A94C-56EE-FD12-4AF6B36586E4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7368762" y="2316956"/>
            <a:ext cx="2104165" cy="3920010"/>
          </a:xfrm>
          <a:prstGeom prst="roundRect">
            <a:avLst>
              <a:gd name="adj" fmla="val 3204"/>
            </a:avLst>
          </a:pr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alpha val="50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 lIns="182880" tIns="274320" rIns="182880"/>
          <a:lstStyle>
            <a:lvl1pPr algn="l">
              <a:defRPr sz="1800" b="0"/>
            </a:lvl1pPr>
            <a:lvl2pPr algn="l">
              <a:defRPr sz="1600" b="0"/>
            </a:lvl2pPr>
            <a:lvl3pPr algn="l">
              <a:defRPr sz="1200" b="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3D1EA570-D6FA-8AE6-34D2-8B48A4FCC4D6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7330089" y="1341161"/>
            <a:ext cx="2194560" cy="1132652"/>
          </a:xfrm>
          <a:prstGeom prst="roundRect">
            <a:avLst>
              <a:gd name="adj" fmla="val 667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tIns="91440" anchor="ctr" anchorCtr="0"/>
          <a:lstStyle>
            <a:lvl1pPr algn="ctr">
              <a:lnSpc>
                <a:spcPct val="80000"/>
              </a:lnSpc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E1C152C6-4B50-CF90-C6A1-6121AC6FF96E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9631959" y="2316956"/>
            <a:ext cx="2104165" cy="3920010"/>
          </a:xfrm>
          <a:prstGeom prst="roundRect">
            <a:avLst>
              <a:gd name="adj" fmla="val 3204"/>
            </a:avLst>
          </a:pr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alpha val="50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 lIns="182880" tIns="274320" rIns="182880"/>
          <a:lstStyle>
            <a:lvl1pPr algn="l">
              <a:defRPr sz="1800" b="0"/>
            </a:lvl1pPr>
            <a:lvl2pPr algn="l">
              <a:defRPr sz="1600" b="0"/>
            </a:lvl2pPr>
            <a:lvl3pPr algn="l">
              <a:defRPr sz="1200" b="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BE9CEB31-6907-B191-42A7-4DC4609DBEAE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9593286" y="1341161"/>
            <a:ext cx="2194560" cy="1132652"/>
          </a:xfrm>
          <a:prstGeom prst="roundRect">
            <a:avLst>
              <a:gd name="adj" fmla="val 667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tIns="91440" anchor="ctr" anchorCtr="0"/>
          <a:lstStyle>
            <a:lvl1pPr algn="ctr">
              <a:lnSpc>
                <a:spcPct val="80000"/>
              </a:lnSpc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225633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>
        <p:tmplLst>
          <p:tmpl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animBg="1">
        <p:tmplLst>
          <p:tmpl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animBg="1">
        <p:tmplLst>
          <p:tmpl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animBg="1">
        <p:tmplLst>
          <p:tmpl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 animBg="1">
        <p:tmplLst>
          <p:tmpl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Fancy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397F1-0814-B267-1984-6756C0C76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456104A-6D81-C64D-817B-67E2A3A9BE0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172" y="2316956"/>
            <a:ext cx="2610384" cy="3920010"/>
          </a:xfrm>
          <a:prstGeom prst="roundRect">
            <a:avLst>
              <a:gd name="adj" fmla="val 3204"/>
            </a:avLst>
          </a:pr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alpha val="50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 lIns="182880" tIns="274320" rIns="182880"/>
          <a:lstStyle>
            <a:lvl1pPr algn="l">
              <a:defRPr sz="1800" b="0"/>
            </a:lvl1pPr>
            <a:lvl2pPr algn="l">
              <a:defRPr sz="1600" b="0"/>
            </a:lvl2pPr>
            <a:lvl3pPr algn="l">
              <a:defRPr sz="1200" b="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AD3B0-E777-72B3-DB57-12267A7F8D3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70057FD-E157-5A46-DAE1-FF42B8EEA5B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DDC5E3ED-7D13-8763-FE4F-62C4B85DFC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B7DE9C0-6046-F3BA-0316-F4E3DCA6959E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12">
            <a:extLst>
              <a:ext uri="{FF2B5EF4-FFF2-40B4-BE49-F238E27FC236}">
                <a16:creationId xmlns:a16="http://schemas.microsoft.com/office/drawing/2014/main" id="{C02FF10D-154D-A558-2232-812020FC22C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40498" y="1341161"/>
            <a:ext cx="2687732" cy="1132652"/>
          </a:xfrm>
          <a:prstGeom prst="roundRect">
            <a:avLst>
              <a:gd name="adj" fmla="val 667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tIns="91440" anchor="ctr" anchorCtr="0"/>
          <a:lstStyle>
            <a:lvl1pPr algn="ctr">
              <a:lnSpc>
                <a:spcPct val="80000"/>
              </a:lnSpc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1248061D-F245-578A-5D17-5A1013D0826F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3423051" y="2316956"/>
            <a:ext cx="2610384" cy="3920010"/>
          </a:xfrm>
          <a:prstGeom prst="roundRect">
            <a:avLst>
              <a:gd name="adj" fmla="val 3204"/>
            </a:avLst>
          </a:pr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alpha val="50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 lIns="182880" tIns="274320" rIns="182880"/>
          <a:lstStyle>
            <a:lvl1pPr algn="l">
              <a:defRPr sz="1800" b="0"/>
            </a:lvl1pPr>
            <a:lvl2pPr algn="l">
              <a:defRPr sz="1600" b="0"/>
            </a:lvl2pPr>
            <a:lvl3pPr algn="l">
              <a:defRPr sz="1200" b="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A0B5E152-97FA-ACDE-8602-17B057339C46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3384377" y="1341161"/>
            <a:ext cx="2687732" cy="1132652"/>
          </a:xfrm>
          <a:prstGeom prst="roundRect">
            <a:avLst>
              <a:gd name="adj" fmla="val 667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tIns="91440" anchor="ctr" anchorCtr="0"/>
          <a:lstStyle>
            <a:lvl1pPr algn="ctr">
              <a:lnSpc>
                <a:spcPct val="80000"/>
              </a:lnSpc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4779E912-7F5C-EE46-5F1F-D5ED299A7842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266930" y="2316956"/>
            <a:ext cx="2610384" cy="3920010"/>
          </a:xfrm>
          <a:prstGeom prst="roundRect">
            <a:avLst>
              <a:gd name="adj" fmla="val 3204"/>
            </a:avLst>
          </a:pr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alpha val="50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 lIns="182880" tIns="274320" rIns="182880"/>
          <a:lstStyle>
            <a:lvl1pPr algn="l">
              <a:defRPr sz="1800" b="0"/>
            </a:lvl1pPr>
            <a:lvl2pPr algn="l">
              <a:defRPr sz="1600" b="0"/>
            </a:lvl2pPr>
            <a:lvl3pPr algn="l">
              <a:defRPr sz="1200" b="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7B2D61AE-7AF6-FF55-7044-05DA8B08A164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228256" y="1341161"/>
            <a:ext cx="2687732" cy="1132652"/>
          </a:xfrm>
          <a:prstGeom prst="roundRect">
            <a:avLst>
              <a:gd name="adj" fmla="val 667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tIns="91440" anchor="ctr" anchorCtr="0"/>
          <a:lstStyle>
            <a:lvl1pPr algn="ctr">
              <a:lnSpc>
                <a:spcPct val="80000"/>
              </a:lnSpc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46CB24CE-A94C-56EE-FD12-4AF6B36586E4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9110808" y="2316956"/>
            <a:ext cx="2610384" cy="3920010"/>
          </a:xfrm>
          <a:prstGeom prst="roundRect">
            <a:avLst>
              <a:gd name="adj" fmla="val 3204"/>
            </a:avLst>
          </a:pr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alpha val="50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 lIns="182880" tIns="274320" rIns="182880"/>
          <a:lstStyle>
            <a:lvl1pPr algn="l">
              <a:defRPr sz="1800" b="0"/>
            </a:lvl1pPr>
            <a:lvl2pPr algn="l">
              <a:defRPr sz="1600" b="0"/>
            </a:lvl2pPr>
            <a:lvl3pPr algn="l">
              <a:defRPr sz="1200" b="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3D1EA570-D6FA-8AE6-34D2-8B48A4FCC4D6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9072134" y="1341161"/>
            <a:ext cx="2687732" cy="1132652"/>
          </a:xfrm>
          <a:prstGeom prst="roundRect">
            <a:avLst>
              <a:gd name="adj" fmla="val 667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tIns="91440" anchor="ctr" anchorCtr="0"/>
          <a:lstStyle>
            <a:lvl1pPr algn="ctr">
              <a:lnSpc>
                <a:spcPct val="80000"/>
              </a:lnSpc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051753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>
        <p:tmplLst>
          <p:tmpl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animBg="1">
        <p:tmplLst>
          <p:tmpl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animBg="1">
        <p:tmplLst>
          <p:tmpl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animBg="1">
        <p:tmplLst>
          <p:tmpl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Fancy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397F1-0814-B267-1984-6756C0C76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456104A-6D81-C64D-817B-67E2A3A9BE0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172" y="2316956"/>
            <a:ext cx="3489326" cy="3920010"/>
          </a:xfrm>
          <a:prstGeom prst="roundRect">
            <a:avLst>
              <a:gd name="adj" fmla="val 3204"/>
            </a:avLst>
          </a:pr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alpha val="50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 lIns="182880" tIns="274320" rIns="182880"/>
          <a:lstStyle>
            <a:lvl1pPr algn="l">
              <a:defRPr sz="1800" b="0"/>
            </a:lvl1pPr>
            <a:lvl2pPr algn="l">
              <a:defRPr sz="1600" b="0"/>
            </a:lvl2pPr>
            <a:lvl3pPr algn="l">
              <a:defRPr sz="1200" b="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AD3B0-E777-72B3-DB57-12267A7F8D3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70057FD-E157-5A46-DAE1-FF42B8EEA5B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DDC5E3ED-7D13-8763-FE4F-62C4B85DFC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B7DE9C0-6046-F3BA-0316-F4E3DCA6959E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12">
            <a:extLst>
              <a:ext uri="{FF2B5EF4-FFF2-40B4-BE49-F238E27FC236}">
                <a16:creationId xmlns:a16="http://schemas.microsoft.com/office/drawing/2014/main" id="{C02FF10D-154D-A558-2232-812020FC22C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40498" y="1341161"/>
            <a:ext cx="3592718" cy="1132652"/>
          </a:xfrm>
          <a:prstGeom prst="roundRect">
            <a:avLst>
              <a:gd name="adj" fmla="val 667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tIns="91440" anchor="ctr" anchorCtr="0"/>
          <a:lstStyle>
            <a:lvl1pPr algn="ctr">
              <a:lnSpc>
                <a:spcPct val="80000"/>
              </a:lnSpc>
              <a:defRPr sz="28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1248061D-F245-578A-5D17-5A1013D0826F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400923" y="2316956"/>
            <a:ext cx="3489326" cy="3920010"/>
          </a:xfrm>
          <a:prstGeom prst="roundRect">
            <a:avLst>
              <a:gd name="adj" fmla="val 3204"/>
            </a:avLst>
          </a:pr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alpha val="50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 lIns="182880" tIns="274320" rIns="182880"/>
          <a:lstStyle>
            <a:lvl1pPr algn="l">
              <a:defRPr sz="1800" b="0"/>
            </a:lvl1pPr>
            <a:lvl2pPr algn="l">
              <a:defRPr sz="1600" b="0"/>
            </a:lvl2pPr>
            <a:lvl3pPr algn="l">
              <a:defRPr sz="1200" b="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A0B5E152-97FA-ACDE-8602-17B057339C46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4362249" y="1341161"/>
            <a:ext cx="3592718" cy="1132652"/>
          </a:xfrm>
          <a:prstGeom prst="roundRect">
            <a:avLst>
              <a:gd name="adj" fmla="val 667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tIns="91440" anchor="ctr" anchorCtr="0"/>
          <a:lstStyle>
            <a:lvl1pPr algn="ctr">
              <a:lnSpc>
                <a:spcPct val="80000"/>
              </a:lnSpc>
              <a:defRPr sz="28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4779E912-7F5C-EE46-5F1F-D5ED299A7842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8222674" y="2316956"/>
            <a:ext cx="3489326" cy="3920010"/>
          </a:xfrm>
          <a:prstGeom prst="roundRect">
            <a:avLst>
              <a:gd name="adj" fmla="val 3204"/>
            </a:avLst>
          </a:pr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alpha val="50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 lIns="182880" tIns="274320" rIns="182880"/>
          <a:lstStyle>
            <a:lvl1pPr algn="l">
              <a:defRPr sz="1800" b="0"/>
            </a:lvl1pPr>
            <a:lvl2pPr algn="l">
              <a:defRPr sz="1600" b="0"/>
            </a:lvl2pPr>
            <a:lvl3pPr algn="l">
              <a:defRPr sz="1200" b="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7B2D61AE-7AF6-FF55-7044-05DA8B08A164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8184000" y="1341161"/>
            <a:ext cx="3592718" cy="1132652"/>
          </a:xfrm>
          <a:prstGeom prst="roundRect">
            <a:avLst>
              <a:gd name="adj" fmla="val 667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tIns="91440" anchor="ctr" anchorCtr="0"/>
          <a:lstStyle>
            <a:lvl1pPr algn="ctr">
              <a:lnSpc>
                <a:spcPct val="80000"/>
              </a:lnSpc>
              <a:defRPr sz="28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203153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>
        <p:tmplLst>
          <p:tmpl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animBg="1">
        <p:tmplLst>
          <p:tmpl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animBg="1">
        <p:tmplLst>
          <p:tmpl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ancy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397F1-0814-B267-1984-6756C0C76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456104A-6D81-C64D-817B-67E2A3A9BE0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171" y="2316956"/>
            <a:ext cx="5262155" cy="3920010"/>
          </a:xfrm>
          <a:prstGeom prst="roundRect">
            <a:avLst>
              <a:gd name="adj" fmla="val 3204"/>
            </a:avLst>
          </a:pr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alpha val="50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 lIns="182880" tIns="274320" rIns="182880"/>
          <a:lstStyle>
            <a:lvl1pPr algn="l">
              <a:defRPr sz="1800" b="0"/>
            </a:lvl1pPr>
            <a:lvl2pPr algn="l">
              <a:defRPr sz="1600" b="0"/>
            </a:lvl2pPr>
            <a:lvl3pPr algn="l">
              <a:defRPr sz="1200" b="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AD3B0-E777-72B3-DB57-12267A7F8D3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70057FD-E157-5A46-DAE1-FF42B8EEA5B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DDC5E3ED-7D13-8763-FE4F-62C4B85DFC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B7DE9C0-6046-F3BA-0316-F4E3DCA6959E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12">
            <a:extLst>
              <a:ext uri="{FF2B5EF4-FFF2-40B4-BE49-F238E27FC236}">
                <a16:creationId xmlns:a16="http://schemas.microsoft.com/office/drawing/2014/main" id="{C02FF10D-154D-A558-2232-812020FC22C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40498" y="1341161"/>
            <a:ext cx="5339502" cy="1132652"/>
          </a:xfrm>
          <a:prstGeom prst="roundRect">
            <a:avLst>
              <a:gd name="adj" fmla="val 667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tIns="91440" anchor="ctr" anchorCtr="0"/>
          <a:lstStyle>
            <a:lvl1pPr algn="ctr">
              <a:lnSpc>
                <a:spcPct val="80000"/>
              </a:lnSpc>
              <a:defRPr sz="28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1248061D-F245-578A-5D17-5A1013D0826F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350675" y="2316956"/>
            <a:ext cx="5262154" cy="3920010"/>
          </a:xfrm>
          <a:prstGeom prst="roundRect">
            <a:avLst>
              <a:gd name="adj" fmla="val 3204"/>
            </a:avLst>
          </a:pr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alpha val="50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</p:spPr>
        <p:txBody>
          <a:bodyPr lIns="182880" tIns="274320" rIns="182880"/>
          <a:lstStyle>
            <a:lvl1pPr algn="l">
              <a:defRPr sz="1800" b="0"/>
            </a:lvl1pPr>
            <a:lvl2pPr algn="l">
              <a:defRPr sz="1600" b="0"/>
            </a:lvl2pPr>
            <a:lvl3pPr algn="l">
              <a:defRPr sz="1200" b="0"/>
            </a:lvl3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A0B5E152-97FA-ACDE-8602-17B057339C46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312002" y="1341161"/>
            <a:ext cx="5339502" cy="1132652"/>
          </a:xfrm>
          <a:prstGeom prst="roundRect">
            <a:avLst>
              <a:gd name="adj" fmla="val 667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tIns="91440" anchor="ctr" anchorCtr="0"/>
          <a:lstStyle>
            <a:lvl1pPr algn="ctr">
              <a:lnSpc>
                <a:spcPct val="80000"/>
              </a:lnSpc>
              <a:defRPr sz="28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6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359964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>
        <p:tmplLst>
          <p:tmpl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animBg="1">
        <p:tmplLst>
          <p:tmpl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 2 Text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C68BE-3081-1A2B-BB49-35D49CD95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2CD88B82-0A13-D547-DBE3-14AE0A23FB8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96030" y="1341116"/>
            <a:ext cx="5184496" cy="2304132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32BEC77D-2BB4-F043-29AD-5383444EFD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12000" y="1340769"/>
            <a:ext cx="5182870" cy="2304132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456251D7-7010-E4DB-F881-6FCC5A1219A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6030" y="3789040"/>
            <a:ext cx="5184496" cy="24482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D31F5ED-F6F5-DCDE-82DD-6D532DBFEF0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12000" y="3789040"/>
            <a:ext cx="5182870" cy="24482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7CCF2EC-1608-8987-8611-1F2C9B21E7E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93B81FA-19E0-B750-C7D4-57D1198938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18A6110-D053-650E-4FCA-1E04B3685C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B7D9456-6AE0-4917-1908-9B35BC42C1D8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508164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 3 Text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397F1-0814-B267-1984-6756C0C76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A0B438-08D8-A1E9-0E9D-4C575AC9F42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95777" y="1341463"/>
            <a:ext cx="3311752" cy="2303784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43FD8630-1A63-02B3-646A-3AEE4FC3A86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439585" y="1341116"/>
            <a:ext cx="3311752" cy="2303784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456104A-6D81-C64D-817B-67E2A3A9BE0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5777" y="3789040"/>
            <a:ext cx="3311752" cy="2447925"/>
          </a:xfrm>
        </p:spPr>
        <p:txBody>
          <a:bodyPr/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F65C997E-2278-4E56-37A6-EB4C7EEC1C5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439585" y="3789040"/>
            <a:ext cx="3311752" cy="2447925"/>
          </a:xfrm>
        </p:spPr>
        <p:txBody>
          <a:bodyPr/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Content Placeholder 8">
            <a:extLst>
              <a:ext uri="{FF2B5EF4-FFF2-40B4-BE49-F238E27FC236}">
                <a16:creationId xmlns:a16="http://schemas.microsoft.com/office/drawing/2014/main" id="{4A711886-7106-5E98-C36A-B33A10E6109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84001" y="1341116"/>
            <a:ext cx="3311752" cy="2303784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B8F42862-A11A-2F19-16B9-AC6652A9EFC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184001" y="3789040"/>
            <a:ext cx="3311752" cy="2447925"/>
          </a:xfrm>
        </p:spPr>
        <p:txBody>
          <a:bodyPr/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74A97-3954-8CFE-B213-50815C88DB0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A0E0C-0C46-F7EC-4BAF-F889359B86E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B0E0F71-F98B-B020-E3FA-3BF87B2103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5947056-0F06-C2EC-9F22-37F9D907D671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809065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 4 Text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397F1-0814-B267-1984-6756C0C76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A0B438-08D8-A1E9-0E9D-4C575AC9F42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23009" y="1341439"/>
            <a:ext cx="2520664" cy="2303585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456104A-6D81-C64D-817B-67E2A3A9BE0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3009" y="3789040"/>
            <a:ext cx="2520664" cy="2447925"/>
          </a:xfrm>
        </p:spPr>
        <p:txBody>
          <a:bodyPr/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0EE81861-DC94-4446-2135-60944D8CBEE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430712" y="1341439"/>
            <a:ext cx="2520664" cy="2303585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3725FA80-7CD4-C867-D690-2FE699FED76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430712" y="3789040"/>
            <a:ext cx="2520664" cy="2447925"/>
          </a:xfrm>
        </p:spPr>
        <p:txBody>
          <a:bodyPr/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5B91C2C9-8C4D-2CD0-97E7-6ADC5C0E0B2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39024" y="1341439"/>
            <a:ext cx="2520664" cy="2303585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C080695C-2AD3-8D41-C7CB-09FC2299ACD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239024" y="3789040"/>
            <a:ext cx="2520664" cy="2447925"/>
          </a:xfrm>
        </p:spPr>
        <p:txBody>
          <a:bodyPr/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8D34A93E-2FC6-BF8D-2772-A48A947530BC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47336" y="1341439"/>
            <a:ext cx="2520664" cy="2303585"/>
          </a:xfrm>
          <a:pattFill prst="wdUpDiag">
            <a:fgClr>
              <a:schemeClr val="bg1"/>
            </a:fgClr>
            <a:bgClr>
              <a:schemeClr val="bg1">
                <a:lumMod val="95000"/>
              </a:schemeClr>
            </a:bgClr>
          </a:pattFill>
        </p:spPr>
        <p:txBody>
          <a:bodyPr bIns="900000" anchor="ctr">
            <a:normAutofit/>
          </a:bodyPr>
          <a:lstStyle>
            <a:lvl1pPr algn="ctr">
              <a:defRPr sz="1100"/>
            </a:lvl1pPr>
          </a:lstStyle>
          <a:p>
            <a:pPr lvl="0"/>
            <a:r>
              <a:rPr lang="en-US"/>
              <a:t>Insert graphic</a:t>
            </a:r>
          </a:p>
        </p:txBody>
      </p:sp>
      <p:sp>
        <p:nvSpPr>
          <p:cNvPr id="17" name="Content Placeholder 12">
            <a:extLst>
              <a:ext uri="{FF2B5EF4-FFF2-40B4-BE49-F238E27FC236}">
                <a16:creationId xmlns:a16="http://schemas.microsoft.com/office/drawing/2014/main" id="{66302D6E-7936-7865-9424-8BE5687EBC8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9047336" y="3789040"/>
            <a:ext cx="2520664" cy="2447925"/>
          </a:xfrm>
        </p:spPr>
        <p:txBody>
          <a:bodyPr/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AD3B0-E777-72B3-DB57-12267A7F8D3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70057FD-E157-5A46-DAE1-FF42B8EEA5B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DDC5E3ED-7D13-8763-FE4F-62C4B85DFC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B7DE9C0-6046-F3BA-0316-F4E3DCA6959E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789606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B4E8-3F93-3151-2D50-CB6410996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864616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3070F-9DB2-F271-021B-1C92769361C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D5853-4B3D-051C-8D9D-E321462F48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812C075-3D4E-3811-1E61-A7B407260B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t="7899" r="5790"/>
          <a:stretch>
            <a:fillRect/>
          </a:stretch>
        </p:blipFill>
        <p:spPr>
          <a:xfrm>
            <a:off x="10488001" y="0"/>
            <a:ext cx="1704000" cy="1052513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A503B0A-D8DF-54EE-CDBD-F9C6809DCDB3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76132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1 Colum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B4E8-3F93-3151-2D50-CB6410996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937104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96B376-5836-A3D3-A2E7-6FE629218A6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1384" y="1341438"/>
            <a:ext cx="11088000" cy="48958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E2CAB5-296D-94D4-1BB6-CCD1571B71D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30D639-FA78-7044-BCF1-A6E5FBC67ED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1D499B9-9372-735A-E6DC-DBB0AE4555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668"/>
          <a:stretch>
            <a:fillRect/>
          </a:stretch>
        </p:blipFill>
        <p:spPr>
          <a:xfrm>
            <a:off x="10488488" y="0"/>
            <a:ext cx="1558800" cy="1166511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B6B5A86-6C16-F8B4-CB19-FD382B53F1A6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53573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2 Colum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B4E8-3F93-3151-2D50-CB6410996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332712"/>
            <a:ext cx="9937104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96B376-5836-A3D3-A2E7-6FE629218A6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1385" y="1341438"/>
            <a:ext cx="5257124" cy="4895850"/>
          </a:xfrm>
        </p:spPr>
        <p:txBody>
          <a:bodyPr rIns="7200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2D405B3-1349-FF5A-7235-8E36AF73BD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3493" y="1340757"/>
            <a:ext cx="5255992" cy="4896308"/>
          </a:xfrm>
        </p:spPr>
        <p:txBody>
          <a:bodyPr rIns="7200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56697-9B1A-277A-7F26-7D15BD39DEB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7800F81-97F2-29EB-AC13-17A9C7C48A3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A0A5A94-FCCD-9F4D-E780-3544958B40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668"/>
          <a:stretch>
            <a:fillRect/>
          </a:stretch>
        </p:blipFill>
        <p:spPr>
          <a:xfrm>
            <a:off x="10488488" y="0"/>
            <a:ext cx="1558800" cy="1166511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EDAAC7C-AAD0-4789-E61A-DCEF4FE2A30D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7009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3 Colum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47960-1146-F72F-3D8D-A723C13C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937626" cy="50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3C1026-D429-B46F-DDB7-7589B271F05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0863" y="1340768"/>
            <a:ext cx="3383312" cy="4896520"/>
          </a:xfrm>
        </p:spPr>
        <p:txBody>
          <a:bodyPr rIns="72000"/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67F7B8-B11B-C456-A2B3-0BFA3BD4D8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04344" y="1340768"/>
            <a:ext cx="3383312" cy="4896520"/>
          </a:xfrm>
        </p:spPr>
        <p:txBody>
          <a:bodyPr rIns="72000"/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BFE457-DA14-B0B8-91EF-5C34AF08E5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57825" y="1340768"/>
            <a:ext cx="3383312" cy="4896520"/>
          </a:xfrm>
        </p:spPr>
        <p:txBody>
          <a:bodyPr rIns="72000"/>
          <a:lstStyle/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C2DB3-D4C8-2593-17AF-9A30C58CAF7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9FF6EE-8AD6-0FE7-232C-72203DD791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8CFB60E-7806-65A1-4021-C13EAFA717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668"/>
          <a:stretch>
            <a:fillRect/>
          </a:stretch>
        </p:blipFill>
        <p:spPr>
          <a:xfrm>
            <a:off x="10488488" y="0"/>
            <a:ext cx="1558800" cy="1166511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16117B3-6020-CD6B-5ED8-EE7A26663BFD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35427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ark 4 Colum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47960-1146-F72F-3D8D-A723C13C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3C1026-D429-B46F-DDB7-7589B271F05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0863" y="1341438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67F7B8-B11B-C456-A2B3-0BFA3BD4D88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60000" y="1341438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BFE457-DA14-B0B8-91EF-5C34AF08E5D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8177" y="1341438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A2D60-0274-8C21-09C4-3ED3108FAA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D5EC15-3EBF-480C-7235-F7A817B60CD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5B20C2A-48E5-3031-65F8-D04FA1D802CF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2901DD2F-961E-E16A-872E-7E290BCEF9D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9156575" y="1341000"/>
            <a:ext cx="2663825" cy="489585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59B3FAB-B840-DB7F-EC3F-865B1970FB5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668"/>
          <a:stretch>
            <a:fillRect/>
          </a:stretch>
        </p:blipFill>
        <p:spPr>
          <a:xfrm>
            <a:off x="10488488" y="0"/>
            <a:ext cx="1558800" cy="1166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652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Headline Onl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3A67EF-A272-5F83-24BD-FBD5270D9812}"/>
              </a:ext>
            </a:extLst>
          </p:cNvPr>
          <p:cNvSpPr/>
          <p:nvPr userDrawn="1"/>
        </p:nvSpPr>
        <p:spPr>
          <a:xfrm>
            <a:off x="475346" y="912248"/>
            <a:ext cx="2884069" cy="284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7971A4-9111-97BA-6DA6-8EBEC8F4E41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63EDF-0B35-56EB-D3E7-E6B3B46859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001C4E9-7069-CD55-73FA-EAA549D1B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6EA542A-8BAB-A2C4-D243-992E385D0629}"/>
              </a:ext>
            </a:extLst>
          </p:cNvPr>
          <p:cNvCxnSpPr>
            <a:cxnSpLocks/>
          </p:cNvCxnSpPr>
          <p:nvPr userDrawn="1"/>
        </p:nvCxnSpPr>
        <p:spPr>
          <a:xfrm>
            <a:off x="0" y="1053000"/>
            <a:ext cx="3214382" cy="0"/>
          </a:xfrm>
          <a:prstGeom prst="line">
            <a:avLst/>
          </a:prstGeom>
          <a:ln w="31750" cap="flat">
            <a:gradFill>
              <a:gsLst>
                <a:gs pos="0">
                  <a:schemeClr val="accent2"/>
                </a:gs>
                <a:gs pos="74000">
                  <a:schemeClr val="accent1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5341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0EC7C0BC-5674-0AED-EF57-154671B8B5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14687" y="2309857"/>
            <a:ext cx="5761037" cy="147918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A9952A3-2A2C-E497-750E-279144C91590}"/>
              </a:ext>
            </a:extLst>
          </p:cNvPr>
          <p:cNvSpPr/>
          <p:nvPr userDrawn="1"/>
        </p:nvSpPr>
        <p:spPr>
          <a:xfrm>
            <a:off x="10632504" y="6237288"/>
            <a:ext cx="1080120" cy="432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C827AB-1EB7-CB92-678D-61092303A0A8}"/>
              </a:ext>
            </a:extLst>
          </p:cNvPr>
          <p:cNvSpPr/>
          <p:nvPr userDrawn="1"/>
        </p:nvSpPr>
        <p:spPr>
          <a:xfrm>
            <a:off x="479376" y="980728"/>
            <a:ext cx="2808624" cy="14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EAA3882-0F07-1611-6982-B73F2499D7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Solace   |   Proprietary &amp; Confidential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5A6A25A-C693-498C-9768-D1E8D6C2C1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8738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36.xml"/><Relationship Id="rId3" Type="http://schemas.openxmlformats.org/officeDocument/2006/relationships/slideLayout" Target="../slideLayouts/slideLayout13.xml"/><Relationship Id="rId21" Type="http://schemas.openxmlformats.org/officeDocument/2006/relationships/slideLayout" Target="../slideLayouts/slideLayout31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35.xml"/><Relationship Id="rId2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26.xml"/><Relationship Id="rId20" Type="http://schemas.openxmlformats.org/officeDocument/2006/relationships/slideLayout" Target="../slideLayouts/slideLayout30.xml"/><Relationship Id="rId29" Type="http://schemas.openxmlformats.org/officeDocument/2006/relationships/image" Target="../media/image3.svg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34.xml"/><Relationship Id="rId5" Type="http://schemas.openxmlformats.org/officeDocument/2006/relationships/slideLayout" Target="../slideLayouts/slideLayout15.xml"/><Relationship Id="rId15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33.xml"/><Relationship Id="rId28" Type="http://schemas.openxmlformats.org/officeDocument/2006/relationships/theme" Target="../theme/theme2.xml"/><Relationship Id="rId10" Type="http://schemas.openxmlformats.org/officeDocument/2006/relationships/slideLayout" Target="../slideLayouts/slideLayout20.xml"/><Relationship Id="rId19" Type="http://schemas.openxmlformats.org/officeDocument/2006/relationships/slideLayout" Target="../slideLayouts/slideLayout29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32.xml"/><Relationship Id="rId27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A3B166F3-B7E3-8F7D-DD55-374CDD778296}"/>
              </a:ext>
            </a:extLst>
          </p:cNvPr>
          <p:cNvSpPr/>
          <p:nvPr userDrawn="1"/>
        </p:nvSpPr>
        <p:spPr>
          <a:xfrm>
            <a:off x="552000" y="6381000"/>
            <a:ext cx="216000" cy="2163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7" name="Title Placeholder 1">
            <a:extLst>
              <a:ext uri="{FF2B5EF4-FFF2-40B4-BE49-F238E27FC236}">
                <a16:creationId xmlns:a16="http://schemas.microsoft.com/office/drawing/2014/main" id="{CC4185A3-69FC-9E9D-16BF-6F0D256C4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11089754" cy="50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8" name="Text Placeholder 2">
            <a:extLst>
              <a:ext uri="{FF2B5EF4-FFF2-40B4-BE49-F238E27FC236}">
                <a16:creationId xmlns:a16="http://schemas.microsoft.com/office/drawing/2014/main" id="{759E54D6-7FE0-230E-F2BD-EA87959487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1384" y="1341438"/>
            <a:ext cx="11088000" cy="475185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pic>
        <p:nvPicPr>
          <p:cNvPr id="211" name="Graphic 210">
            <a:extLst>
              <a:ext uri="{FF2B5EF4-FFF2-40B4-BE49-F238E27FC236}">
                <a16:creationId xmlns:a16="http://schemas.microsoft.com/office/drawing/2014/main" id="{6AF4FEA6-CCA3-5154-98D3-775009DADA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238508" y="6237352"/>
            <a:ext cx="1402108" cy="360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0D63A-3DCF-6F76-37D2-BB10478428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0000" y="6381000"/>
            <a:ext cx="1512000" cy="216000"/>
          </a:xfrm>
          <a:prstGeom prst="roundRect">
            <a:avLst>
              <a:gd name="adj" fmla="val 50000"/>
            </a:avLst>
          </a:prstGeom>
          <a:ln w="6350">
            <a:solidFill>
              <a:schemeClr val="accent1"/>
            </a:solidFill>
          </a:ln>
        </p:spPr>
        <p:txBody>
          <a:bodyPr vert="horz" lIns="0" tIns="0" rIns="0" bIns="0" rtlCol="0" anchor="ctr"/>
          <a:lstStyle>
            <a:lvl1pPr algn="ctr">
              <a:defRPr sz="6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FE529-5FD5-3C60-3388-392DEFE0C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flipH="1">
            <a:off x="550862" y="6381000"/>
            <a:ext cx="216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059D0BDF-8BE7-4C3F-9009-83FAF1F2140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790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7" r:id="rId2"/>
    <p:sldLayoutId id="2147483708" r:id="rId3"/>
    <p:sldLayoutId id="2147483710" r:id="rId4"/>
    <p:sldLayoutId id="2147483717" r:id="rId5"/>
    <p:sldLayoutId id="2147483716" r:id="rId6"/>
    <p:sldLayoutId id="2147483703" r:id="rId7"/>
    <p:sldLayoutId id="2147483718" r:id="rId8"/>
    <p:sldLayoutId id="2147483783" r:id="rId9"/>
    <p:sldLayoutId id="2147483784" r:id="rId10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0" kern="1200">
          <a:solidFill>
            <a:schemeClr val="tx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266700" indent="-258763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tabLst>
          <a:tab pos="0" algn="l"/>
        </a:tabLst>
        <a:defRPr sz="1800" b="1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538163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egoe UI" panose="020B0502040204020203" pitchFamily="34" charset="0"/>
        <a:buChar char="‒"/>
        <a:defRPr sz="14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719138" indent="-1524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896938" indent="-14446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egoe UI" panose="020B0502040204020203" pitchFamily="34" charset="0"/>
        <a:buChar char="‒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0747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97" userDrawn="1">
          <p15:clr>
            <a:srgbClr val="F26B43"/>
          </p15:clr>
        </p15:guide>
        <p15:guide id="2" pos="347" userDrawn="1">
          <p15:clr>
            <a:srgbClr val="F26B43"/>
          </p15:clr>
        </p15:guide>
        <p15:guide id="3" pos="7333" userDrawn="1">
          <p15:clr>
            <a:srgbClr val="F26B43"/>
          </p15:clr>
        </p15:guide>
        <p15:guide id="4" pos="846" userDrawn="1">
          <p15:clr>
            <a:srgbClr val="F26B43"/>
          </p15:clr>
        </p15:guide>
        <p15:guide id="5" pos="937" userDrawn="1">
          <p15:clr>
            <a:srgbClr val="F26B43"/>
          </p15:clr>
        </p15:guide>
        <p15:guide id="6" pos="1436" userDrawn="1">
          <p15:clr>
            <a:srgbClr val="F26B43"/>
          </p15:clr>
        </p15:guide>
        <p15:guide id="7" pos="1526" userDrawn="1">
          <p15:clr>
            <a:srgbClr val="F26B43"/>
          </p15:clr>
        </p15:guide>
        <p15:guide id="8" pos="2025" userDrawn="1">
          <p15:clr>
            <a:srgbClr val="F26B43"/>
          </p15:clr>
        </p15:guide>
        <p15:guide id="9" pos="2115" userDrawn="1">
          <p15:clr>
            <a:srgbClr val="F26B43"/>
          </p15:clr>
        </p15:guide>
        <p15:guide id="10" pos="2615" userDrawn="1">
          <p15:clr>
            <a:srgbClr val="F26B43"/>
          </p15:clr>
        </p15:guide>
        <p15:guide id="11" pos="2706" userDrawn="1">
          <p15:clr>
            <a:srgbClr val="F26B43"/>
          </p15:clr>
        </p15:guide>
        <p15:guide id="12" pos="3205" userDrawn="1">
          <p15:clr>
            <a:srgbClr val="F26B43"/>
          </p15:clr>
        </p15:guide>
        <p15:guide id="13" pos="3296" userDrawn="1">
          <p15:clr>
            <a:srgbClr val="F26B43"/>
          </p15:clr>
        </p15:guide>
        <p15:guide id="14" pos="3795" userDrawn="1">
          <p15:clr>
            <a:srgbClr val="F26B43"/>
          </p15:clr>
        </p15:guide>
        <p15:guide id="15" pos="3885" userDrawn="1">
          <p15:clr>
            <a:srgbClr val="F26B43"/>
          </p15:clr>
        </p15:guide>
        <p15:guide id="16" pos="4475" userDrawn="1">
          <p15:clr>
            <a:srgbClr val="F26B43"/>
          </p15:clr>
        </p15:guide>
        <p15:guide id="17" pos="4384" userDrawn="1">
          <p15:clr>
            <a:srgbClr val="F26B43"/>
          </p15:clr>
        </p15:guide>
        <p15:guide id="18" pos="4974" userDrawn="1">
          <p15:clr>
            <a:srgbClr val="F26B43"/>
          </p15:clr>
        </p15:guide>
        <p15:guide id="19" pos="5065" userDrawn="1">
          <p15:clr>
            <a:srgbClr val="F26B43"/>
          </p15:clr>
        </p15:guide>
        <p15:guide id="20" pos="5564" userDrawn="1">
          <p15:clr>
            <a:srgbClr val="F26B43"/>
          </p15:clr>
        </p15:guide>
        <p15:guide id="21" pos="5654" userDrawn="1">
          <p15:clr>
            <a:srgbClr val="F26B43"/>
          </p15:clr>
        </p15:guide>
        <p15:guide id="22" pos="6153" userDrawn="1">
          <p15:clr>
            <a:srgbClr val="F26B43"/>
          </p15:clr>
        </p15:guide>
        <p15:guide id="23" pos="6244" userDrawn="1">
          <p15:clr>
            <a:srgbClr val="F26B43"/>
          </p15:clr>
        </p15:guide>
        <p15:guide id="24" pos="6743" userDrawn="1">
          <p15:clr>
            <a:srgbClr val="F26B43"/>
          </p15:clr>
        </p15:guide>
        <p15:guide id="25" pos="6834" userDrawn="1">
          <p15:clr>
            <a:srgbClr val="F26B43"/>
          </p15:clr>
        </p15:guide>
        <p15:guide id="26" orient="horz" pos="1706" userDrawn="1">
          <p15:clr>
            <a:srgbClr val="F26B43"/>
          </p15:clr>
        </p15:guide>
        <p15:guide id="27" orient="horz" pos="1117" userDrawn="1">
          <p15:clr>
            <a:srgbClr val="F26B43"/>
          </p15:clr>
        </p15:guide>
        <p15:guide id="28" orient="horz" pos="1207" userDrawn="1">
          <p15:clr>
            <a:srgbClr val="F26B43"/>
          </p15:clr>
        </p15:guide>
        <p15:guide id="29" orient="horz" pos="663" userDrawn="1">
          <p15:clr>
            <a:srgbClr val="F26B43"/>
          </p15:clr>
        </p15:guide>
        <p15:guide id="30" orient="horz" pos="527" userDrawn="1">
          <p15:clr>
            <a:srgbClr val="F26B43"/>
          </p15:clr>
        </p15:guide>
        <p15:guide id="31" orient="horz" pos="210" userDrawn="1">
          <p15:clr>
            <a:srgbClr val="F26B43"/>
          </p15:clr>
        </p15:guide>
        <p15:guide id="32" orient="horz" pos="2296" userDrawn="1">
          <p15:clr>
            <a:srgbClr val="F26B43"/>
          </p15:clr>
        </p15:guide>
        <p15:guide id="33" orient="horz" pos="2387" userDrawn="1">
          <p15:clr>
            <a:srgbClr val="F26B43"/>
          </p15:clr>
        </p15:guide>
        <p15:guide id="34" orient="horz" pos="2886" userDrawn="1">
          <p15:clr>
            <a:srgbClr val="F26B43"/>
          </p15:clr>
        </p15:guide>
        <p15:guide id="35" orient="horz" pos="2976" userDrawn="1">
          <p15:clr>
            <a:srgbClr val="F26B43"/>
          </p15:clr>
        </p15:guide>
        <p15:guide id="36" orient="horz" pos="3475" userDrawn="1">
          <p15:clr>
            <a:srgbClr val="F26B43"/>
          </p15:clr>
        </p15:guide>
        <p15:guide id="37" orient="horz" pos="3566" userDrawn="1">
          <p15:clr>
            <a:srgbClr val="F26B43"/>
          </p15:clr>
        </p15:guide>
        <p15:guide id="38" orient="horz" pos="4065" userDrawn="1">
          <p15:clr>
            <a:srgbClr val="F26B43"/>
          </p15:clr>
        </p15:guide>
        <p15:guide id="40" orient="horz" pos="4156" userDrawn="1">
          <p15:clr>
            <a:srgbClr val="F26B43"/>
          </p15:clr>
        </p15:guide>
        <p15:guide id="41" orient="horz" pos="4320" userDrawn="1">
          <p15:clr>
            <a:srgbClr val="F26B43"/>
          </p15:clr>
        </p15:guide>
        <p15:guide id="42" orient="horz" pos="845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>
            <a:extLst>
              <a:ext uri="{FF2B5EF4-FFF2-40B4-BE49-F238E27FC236}">
                <a16:creationId xmlns:a16="http://schemas.microsoft.com/office/drawing/2014/main" id="{929DDBC0-85EA-CF0D-BEB3-760C5526D5A1}"/>
              </a:ext>
            </a:extLst>
          </p:cNvPr>
          <p:cNvSpPr/>
          <p:nvPr userDrawn="1"/>
        </p:nvSpPr>
        <p:spPr>
          <a:xfrm>
            <a:off x="552000" y="6381000"/>
            <a:ext cx="216000" cy="2163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+mj-lt"/>
            </a:endParaRPr>
          </a:p>
        </p:txBody>
      </p:sp>
      <p:sp>
        <p:nvSpPr>
          <p:cNvPr id="207" name="Title Placeholder 1">
            <a:extLst>
              <a:ext uri="{FF2B5EF4-FFF2-40B4-BE49-F238E27FC236}">
                <a16:creationId xmlns:a16="http://schemas.microsoft.com/office/drawing/2014/main" id="{CC4185A3-69FC-9E9D-16BF-6F0D256C4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32712"/>
            <a:ext cx="9865138" cy="50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08" name="Text Placeholder 2">
            <a:extLst>
              <a:ext uri="{FF2B5EF4-FFF2-40B4-BE49-F238E27FC236}">
                <a16:creationId xmlns:a16="http://schemas.microsoft.com/office/drawing/2014/main" id="{759E54D6-7FE0-230E-F2BD-EA87959487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1384" y="1340768"/>
            <a:ext cx="11088000" cy="489652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</a:t>
            </a:r>
          </a:p>
          <a:p>
            <a:pPr lvl="4"/>
            <a:r>
              <a:rPr lang="en-US" dirty="0"/>
              <a:t>Fifth</a:t>
            </a:r>
          </a:p>
          <a:p>
            <a:pPr lvl="5"/>
            <a:r>
              <a:rPr lang="en-US" dirty="0"/>
              <a:t>Sixth</a:t>
            </a:r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0B017A58-639A-6747-DA69-6CFD685EEF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704512" y="6375697"/>
            <a:ext cx="936103" cy="240350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E02A4542-E9FF-C0C0-EED8-DE461D4483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1475" y="6381000"/>
            <a:ext cx="1510525" cy="216000"/>
          </a:xfrm>
          <a:prstGeom prst="roundRect">
            <a:avLst>
              <a:gd name="adj" fmla="val 50000"/>
            </a:avLst>
          </a:prstGeom>
          <a:ln w="6350">
            <a:solidFill>
              <a:schemeClr val="accent1"/>
            </a:solidFill>
          </a:ln>
        </p:spPr>
        <p:txBody>
          <a:bodyPr vert="horz" lIns="0" tIns="0" rIns="0" bIns="0" rtlCol="0" anchor="ctr"/>
          <a:lstStyle>
            <a:lvl1pPr algn="ctr">
              <a:defRPr sz="6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© Solace   |   Proprietary &amp; Confidential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366ABD8-289E-4BCD-5B3D-9E41A88866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2000" y="6381000"/>
            <a:ext cx="216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bg1"/>
                </a:solidFill>
                <a:latin typeface="+mj-lt"/>
              </a:defRPr>
            </a:lvl1pPr>
          </a:lstStyle>
          <a:p>
            <a:fld id="{5AC94115-40D6-4F9E-B464-3718F525A7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218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  <p:sldLayoutId id="2147483678" r:id="rId2"/>
    <p:sldLayoutId id="2147483681" r:id="rId3"/>
    <p:sldLayoutId id="2147483682" r:id="rId4"/>
    <p:sldLayoutId id="2147483752" r:id="rId5"/>
    <p:sldLayoutId id="2147483782" r:id="rId6"/>
    <p:sldLayoutId id="2147483809" r:id="rId7"/>
    <p:sldLayoutId id="2147483750" r:id="rId8"/>
    <p:sldLayoutId id="2147483754" r:id="rId9"/>
    <p:sldLayoutId id="2147483684" r:id="rId10"/>
    <p:sldLayoutId id="2147483751" r:id="rId11"/>
    <p:sldLayoutId id="2147483810" r:id="rId12"/>
    <p:sldLayoutId id="2147483755" r:id="rId13"/>
    <p:sldLayoutId id="2147483769" r:id="rId14"/>
    <p:sldLayoutId id="2147483779" r:id="rId15"/>
    <p:sldLayoutId id="2147483780" r:id="rId16"/>
    <p:sldLayoutId id="2147483781" r:id="rId17"/>
    <p:sldLayoutId id="2147483690" r:id="rId18"/>
    <p:sldLayoutId id="2147483689" r:id="rId19"/>
    <p:sldLayoutId id="2147483692" r:id="rId20"/>
    <p:sldLayoutId id="2147483694" r:id="rId21"/>
    <p:sldLayoutId id="2147483696" r:id="rId22"/>
    <p:sldLayoutId id="2147483697" r:id="rId23"/>
    <p:sldLayoutId id="2147483698" r:id="rId24"/>
    <p:sldLayoutId id="2147483753" r:id="rId25"/>
    <p:sldLayoutId id="2147483705" r:id="rId26"/>
    <p:sldLayoutId id="2147483699" r:id="rId27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+mj-lt"/>
          <a:ea typeface="+mn-ea"/>
          <a:cs typeface="+mn-cs"/>
        </a:defRPr>
      </a:lvl1pPr>
      <a:lvl2pPr marL="266700" indent="-155575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tabLst>
          <a:tab pos="0" algn="l"/>
        </a:tabLst>
        <a:defRPr sz="1800" b="0" kern="1200">
          <a:solidFill>
            <a:schemeClr val="tx1"/>
          </a:solidFill>
          <a:latin typeface="+mj-lt"/>
          <a:ea typeface="+mn-ea"/>
          <a:cs typeface="+mn-cs"/>
        </a:defRPr>
      </a:lvl2pPr>
      <a:lvl3pPr marL="461963" indent="-1524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egoe UI" panose="020B0502040204020203" pitchFamily="34" charset="0"/>
        <a:buChar char="‒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719138" indent="-1524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896938" indent="-14446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egoe UI" panose="020B0502040204020203" pitchFamily="34" charset="0"/>
        <a:buChar char="‒"/>
        <a:defRPr sz="1200" kern="1200">
          <a:solidFill>
            <a:schemeClr val="tx1"/>
          </a:solidFill>
          <a:latin typeface="+mj-lt"/>
          <a:ea typeface="+mn-ea"/>
          <a:cs typeface="+mn-cs"/>
        </a:defRPr>
      </a:lvl5pPr>
      <a:lvl6pPr marL="10747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j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7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97" userDrawn="1">
          <p15:clr>
            <a:srgbClr val="F26B43"/>
          </p15:clr>
        </p15:guide>
        <p15:guide id="2" pos="347" userDrawn="1">
          <p15:clr>
            <a:srgbClr val="F26B43"/>
          </p15:clr>
        </p15:guide>
        <p15:guide id="3" pos="7333" userDrawn="1">
          <p15:clr>
            <a:srgbClr val="F26B43"/>
          </p15:clr>
        </p15:guide>
        <p15:guide id="4" pos="846" userDrawn="1">
          <p15:clr>
            <a:srgbClr val="F26B43"/>
          </p15:clr>
        </p15:guide>
        <p15:guide id="5" pos="937" userDrawn="1">
          <p15:clr>
            <a:srgbClr val="F26B43"/>
          </p15:clr>
        </p15:guide>
        <p15:guide id="6" pos="1436" userDrawn="1">
          <p15:clr>
            <a:srgbClr val="F26B43"/>
          </p15:clr>
        </p15:guide>
        <p15:guide id="7" pos="1526" userDrawn="1">
          <p15:clr>
            <a:srgbClr val="F26B43"/>
          </p15:clr>
        </p15:guide>
        <p15:guide id="8" pos="2025" userDrawn="1">
          <p15:clr>
            <a:srgbClr val="F26B43"/>
          </p15:clr>
        </p15:guide>
        <p15:guide id="9" pos="2115" userDrawn="1">
          <p15:clr>
            <a:srgbClr val="F26B43"/>
          </p15:clr>
        </p15:guide>
        <p15:guide id="10" pos="2615" userDrawn="1">
          <p15:clr>
            <a:srgbClr val="F26B43"/>
          </p15:clr>
        </p15:guide>
        <p15:guide id="11" pos="2706" userDrawn="1">
          <p15:clr>
            <a:srgbClr val="F26B43"/>
          </p15:clr>
        </p15:guide>
        <p15:guide id="12" pos="3205" userDrawn="1">
          <p15:clr>
            <a:srgbClr val="F26B43"/>
          </p15:clr>
        </p15:guide>
        <p15:guide id="13" pos="3296" userDrawn="1">
          <p15:clr>
            <a:srgbClr val="F26B43"/>
          </p15:clr>
        </p15:guide>
        <p15:guide id="14" pos="3795" userDrawn="1">
          <p15:clr>
            <a:srgbClr val="F26B43"/>
          </p15:clr>
        </p15:guide>
        <p15:guide id="15" pos="3885" userDrawn="1">
          <p15:clr>
            <a:srgbClr val="F26B43"/>
          </p15:clr>
        </p15:guide>
        <p15:guide id="16" pos="4475" userDrawn="1">
          <p15:clr>
            <a:srgbClr val="F26B43"/>
          </p15:clr>
        </p15:guide>
        <p15:guide id="17" pos="4384" userDrawn="1">
          <p15:clr>
            <a:srgbClr val="F26B43"/>
          </p15:clr>
        </p15:guide>
        <p15:guide id="18" pos="4974" userDrawn="1">
          <p15:clr>
            <a:srgbClr val="F26B43"/>
          </p15:clr>
        </p15:guide>
        <p15:guide id="19" pos="5065" userDrawn="1">
          <p15:clr>
            <a:srgbClr val="F26B43"/>
          </p15:clr>
        </p15:guide>
        <p15:guide id="20" pos="5564" userDrawn="1">
          <p15:clr>
            <a:srgbClr val="F26B43"/>
          </p15:clr>
        </p15:guide>
        <p15:guide id="21" pos="5654" userDrawn="1">
          <p15:clr>
            <a:srgbClr val="F26B43"/>
          </p15:clr>
        </p15:guide>
        <p15:guide id="22" pos="6153" userDrawn="1">
          <p15:clr>
            <a:srgbClr val="F26B43"/>
          </p15:clr>
        </p15:guide>
        <p15:guide id="23" pos="6244" userDrawn="1">
          <p15:clr>
            <a:srgbClr val="F26B43"/>
          </p15:clr>
        </p15:guide>
        <p15:guide id="24" pos="6743" userDrawn="1">
          <p15:clr>
            <a:srgbClr val="F26B43"/>
          </p15:clr>
        </p15:guide>
        <p15:guide id="25" pos="6834" userDrawn="1">
          <p15:clr>
            <a:srgbClr val="F26B43"/>
          </p15:clr>
        </p15:guide>
        <p15:guide id="26" orient="horz" pos="1706" userDrawn="1">
          <p15:clr>
            <a:srgbClr val="F26B43"/>
          </p15:clr>
        </p15:guide>
        <p15:guide id="27" orient="horz" pos="1117" userDrawn="1">
          <p15:clr>
            <a:srgbClr val="F26B43"/>
          </p15:clr>
        </p15:guide>
        <p15:guide id="28" orient="horz" pos="1207" userDrawn="1">
          <p15:clr>
            <a:srgbClr val="F26B43"/>
          </p15:clr>
        </p15:guide>
        <p15:guide id="29" orient="horz" pos="663" userDrawn="1">
          <p15:clr>
            <a:srgbClr val="F26B43"/>
          </p15:clr>
        </p15:guide>
        <p15:guide id="30" orient="horz" pos="527" userDrawn="1">
          <p15:clr>
            <a:srgbClr val="F26B43"/>
          </p15:clr>
        </p15:guide>
        <p15:guide id="31" orient="horz" pos="210" userDrawn="1">
          <p15:clr>
            <a:srgbClr val="F26B43"/>
          </p15:clr>
        </p15:guide>
        <p15:guide id="32" orient="horz" pos="2296" userDrawn="1">
          <p15:clr>
            <a:srgbClr val="F26B43"/>
          </p15:clr>
        </p15:guide>
        <p15:guide id="33" orient="horz" pos="2387" userDrawn="1">
          <p15:clr>
            <a:srgbClr val="F26B43"/>
          </p15:clr>
        </p15:guide>
        <p15:guide id="34" orient="horz" pos="2886" userDrawn="1">
          <p15:clr>
            <a:srgbClr val="F26B43"/>
          </p15:clr>
        </p15:guide>
        <p15:guide id="35" orient="horz" pos="2976" userDrawn="1">
          <p15:clr>
            <a:srgbClr val="F26B43"/>
          </p15:clr>
        </p15:guide>
        <p15:guide id="36" orient="horz" pos="3475" userDrawn="1">
          <p15:clr>
            <a:srgbClr val="F26B43"/>
          </p15:clr>
        </p15:guide>
        <p15:guide id="37" orient="horz" pos="3566" userDrawn="1">
          <p15:clr>
            <a:srgbClr val="F26B43"/>
          </p15:clr>
        </p15:guide>
        <p15:guide id="40" orient="horz" pos="4156" userDrawn="1">
          <p15:clr>
            <a:srgbClr val="F26B43"/>
          </p15:clr>
        </p15:guide>
        <p15:guide id="41" orient="horz" pos="3929" userDrawn="1">
          <p15:clr>
            <a:srgbClr val="F26B43"/>
          </p15:clr>
        </p15:guide>
        <p15:guide id="42" orient="horz" pos="845" userDrawn="1">
          <p15:clr>
            <a:srgbClr val="F26B43"/>
          </p15:clr>
        </p15:guide>
        <p15:guide id="43" orient="horz" pos="406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Your AI Is Only as Good as What It Knows Right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6156960" cy="367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dirty="0">
                <a:solidFill>
                  <a:srgbClr val="093B5F"/>
                </a:solidFill>
                <a:latin typeface="Figtree"/>
              </a:rPr>
              <a:t>You’re putting AI in charge of real decisions — </a:t>
            </a:r>
            <a:r>
              <a:rPr sz="2400" b="0" dirty="0">
                <a:solidFill>
                  <a:srgbClr val="093B5F"/>
                </a:solidFill>
                <a:latin typeface="Figtree"/>
              </a:rPr>
              <a:t>spotting fraud, approving payments, helping customers, running operations.</a:t>
            </a:r>
          </a:p>
          <a:p>
            <a:pPr algn="l">
              <a:spcAft>
                <a:spcPts val="1000"/>
              </a:spcAft>
            </a:pPr>
            <a:r>
              <a:rPr sz="2400" b="1" dirty="0">
                <a:solidFill>
                  <a:srgbClr val="093B5F"/>
                </a:solidFill>
                <a:latin typeface="Figtree"/>
              </a:rPr>
              <a:t>But most AI acts on data that’s minutes or hours old, scattered across systems.</a:t>
            </a:r>
          </a:p>
          <a:p>
            <a:pPr algn="l">
              <a:spcAft>
                <a:spcPts val="1000"/>
              </a:spcAft>
            </a:pPr>
            <a:r>
              <a:rPr sz="2400" b="0" dirty="0">
                <a:solidFill>
                  <a:srgbClr val="093B5F"/>
                </a:solidFill>
                <a:latin typeface="Figtree"/>
              </a:rPr>
              <a:t>So it guesses, acts on history, or slows down </a:t>
            </a:r>
            <a:r>
              <a:rPr lang="en-US" sz="2400" b="0" dirty="0">
                <a:solidFill>
                  <a:srgbClr val="093B5F"/>
                </a:solidFill>
                <a:latin typeface="Figtree"/>
              </a:rPr>
              <a:t>and wastes </a:t>
            </a:r>
            <a:r>
              <a:rPr lang="en-US" sz="2400" dirty="0">
                <a:solidFill>
                  <a:srgbClr val="093B5F"/>
                </a:solidFill>
                <a:latin typeface="Figtree"/>
              </a:rPr>
              <a:t>tokens </a:t>
            </a:r>
            <a:r>
              <a:rPr sz="2400" b="0" dirty="0">
                <a:solidFill>
                  <a:srgbClr val="093B5F"/>
                </a:solidFill>
                <a:latin typeface="Figtree"/>
              </a:rPr>
              <a:t>asking around — and you feel it in the results.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05600" y="2295982"/>
            <a:ext cx="4934712" cy="384048"/>
          </a:xfrm>
          <a:prstGeom prst="roundRect">
            <a:avLst/>
          </a:prstGeom>
          <a:solidFill>
            <a:srgbClr val="FCA829"/>
          </a:solidFill>
          <a:ln w="12700">
            <a:solidFill>
              <a:srgbClr val="FCA8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3213B"/>
                </a:solidFill>
                <a:latin typeface="Space Mono"/>
              </a:rPr>
              <a:t>THE COST OF STALE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600" y="2890342"/>
            <a:ext cx="4934712" cy="198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 dirty="0">
                <a:solidFill>
                  <a:srgbClr val="FCA829"/>
                </a:solidFill>
                <a:latin typeface="Figtree"/>
              </a:rPr>
              <a:t>✗  Wrong calls on old facts — </a:t>
            </a:r>
            <a:r>
              <a:rPr sz="1400" b="0" dirty="0">
                <a:solidFill>
                  <a:srgbClr val="093B5F"/>
                </a:solidFill>
                <a:latin typeface="Figtree"/>
              </a:rPr>
              <a:t>it decides on what was true minutes ago.</a:t>
            </a:r>
          </a:p>
          <a:p>
            <a:pPr algn="l">
              <a:spcAft>
                <a:spcPts val="1000"/>
              </a:spcAft>
            </a:pPr>
            <a:r>
              <a:rPr sz="1400" b="1" dirty="0">
                <a:solidFill>
                  <a:srgbClr val="FCA829"/>
                </a:solidFill>
                <a:latin typeface="Figtree"/>
              </a:rPr>
              <a:t>✗  Too slow in the moment — </a:t>
            </a:r>
            <a:r>
              <a:rPr sz="1400" b="0" dirty="0">
                <a:solidFill>
                  <a:srgbClr val="093B5F"/>
                </a:solidFill>
                <a:latin typeface="Figtree"/>
              </a:rPr>
              <a:t>the answer arrives after it mattered.</a:t>
            </a:r>
          </a:p>
          <a:p>
            <a:pPr algn="l">
              <a:spcAft>
                <a:spcPts val="1000"/>
              </a:spcAft>
            </a:pPr>
            <a:r>
              <a:rPr sz="1400" b="1" dirty="0">
                <a:solidFill>
                  <a:srgbClr val="FCA829"/>
                </a:solidFill>
                <a:latin typeface="Figtree"/>
              </a:rPr>
              <a:t>✗  No trust — </a:t>
            </a:r>
            <a:r>
              <a:rPr sz="1400" b="0" dirty="0">
                <a:solidFill>
                  <a:srgbClr val="093B5F"/>
                </a:solidFill>
                <a:latin typeface="Figtree"/>
              </a:rPr>
              <a:t>you can’t tell if it’s current or complete.</a:t>
            </a:r>
          </a:p>
          <a:p>
            <a:pPr algn="l">
              <a:spcAft>
                <a:spcPts val="1000"/>
              </a:spcAft>
            </a:pPr>
            <a:r>
              <a:rPr sz="1400" b="1" dirty="0">
                <a:solidFill>
                  <a:srgbClr val="FCA829"/>
                </a:solidFill>
                <a:latin typeface="Figtree"/>
              </a:rPr>
              <a:t>✗  Rising cost — </a:t>
            </a:r>
            <a:r>
              <a:rPr sz="1400" b="0" dirty="0">
                <a:solidFill>
                  <a:srgbClr val="093B5F"/>
                </a:solidFill>
                <a:latin typeface="Figtree"/>
              </a:rPr>
              <a:t>every request re-fetches and re-computes.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7220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C895"/>
                </a:solidFill>
                <a:latin typeface="Figtree"/>
              </a:rPr>
              <a:t>The winners will be the ones whose AI acts on what’s true this second.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Continuum Actually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dirty="0">
                <a:solidFill>
                  <a:srgbClr val="093B5F"/>
                </a:solidFill>
                <a:latin typeface="Figtree"/>
              </a:rPr>
              <a:t>It turns your live events into always-current 360° views of what matters most — then delivers them, pre-digested, however AI and people want to consume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889504"/>
            <a:ext cx="1920240" cy="1188720"/>
          </a:xfrm>
          <a:prstGeom prst="roundRect">
            <a:avLst/>
          </a:prstGeom>
          <a:solidFill>
            <a:srgbClr val="093B5F"/>
          </a:solidFill>
          <a:ln w="12700">
            <a:solidFill>
              <a:srgbClr val="09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rIns="1270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Figtree"/>
              </a:rPr>
              <a:t>Your event mesh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Figtree"/>
              </a:rPr>
              <a:t>every event, live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42032" y="3282696"/>
            <a:ext cx="411480" cy="365760"/>
          </a:xfrm>
          <a:prstGeom prst="rightArrow">
            <a:avLst/>
          </a:prstGeom>
          <a:solidFill>
            <a:srgbClr val="00C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971800" y="2432304"/>
            <a:ext cx="3200400" cy="2103120"/>
          </a:xfrm>
          <a:prstGeom prst="roundRect">
            <a:avLst/>
          </a:prstGeom>
          <a:solidFill>
            <a:srgbClr val="00C895"/>
          </a:solidFill>
          <a:ln w="28575">
            <a:solidFill>
              <a:srgbClr val="AB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rIns="127000" rtlCol="0" anchor="ctr"/>
          <a:lstStyle/>
          <a:p>
            <a:pPr algn="ctr"/>
            <a:r>
              <a:rPr sz="1900" b="1">
                <a:solidFill>
                  <a:srgbClr val="03213B"/>
                </a:solidFill>
                <a:latin typeface="Figtree"/>
              </a:rPr>
              <a:t>Continuum</a:t>
            </a:r>
          </a:p>
          <a:p>
            <a:pPr algn="ctr"/>
            <a:r>
              <a:rPr sz="1200" b="0">
                <a:solidFill>
                  <a:srgbClr val="03213B"/>
                </a:solidFill>
                <a:latin typeface="Figtree"/>
              </a:rPr>
              <a:t>Combines, transforms &amp; time-series your events into 360° views of what matters most</a:t>
            </a:r>
          </a:p>
          <a:p>
            <a:pPr algn="ctr"/>
            <a:r>
              <a:rPr sz="1100" b="0">
                <a:solidFill>
                  <a:srgbClr val="03213B"/>
                </a:solidFill>
                <a:latin typeface="Figtree"/>
              </a:rPr>
              <a:t>updated in milliseconds, with every new event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245352" y="3282696"/>
            <a:ext cx="411480" cy="365760"/>
          </a:xfrm>
          <a:prstGeom prst="rightArrow">
            <a:avLst/>
          </a:prstGeom>
          <a:solidFill>
            <a:srgbClr val="00C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675120" y="2468880"/>
            <a:ext cx="2651760" cy="566928"/>
          </a:xfrm>
          <a:prstGeom prst="roundRect">
            <a:avLst/>
          </a:prstGeom>
          <a:solidFill>
            <a:srgbClr val="093B5F"/>
          </a:solidFill>
          <a:ln w="12700">
            <a:solidFill>
              <a:srgbClr val="09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rIns="1270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Figtree"/>
              </a:rPr>
              <a:t>Events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3200400"/>
            <a:ext cx="2651760" cy="566928"/>
          </a:xfrm>
          <a:prstGeom prst="roundRect">
            <a:avLst/>
          </a:prstGeom>
          <a:solidFill>
            <a:srgbClr val="093B5F"/>
          </a:solidFill>
          <a:ln w="12700">
            <a:solidFill>
              <a:srgbClr val="09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rIns="1270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Figtree"/>
              </a:rPr>
              <a:t>MCP endpoints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3931920"/>
            <a:ext cx="2651760" cy="566928"/>
          </a:xfrm>
          <a:prstGeom prst="roundRect">
            <a:avLst/>
          </a:prstGeom>
          <a:solidFill>
            <a:srgbClr val="093B5F"/>
          </a:solidFill>
          <a:ln w="12700">
            <a:solidFill>
              <a:srgbClr val="09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rIns="1270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Figtree"/>
              </a:rPr>
              <a:t>SQL queries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400032" y="3282696"/>
            <a:ext cx="411480" cy="365760"/>
          </a:xfrm>
          <a:prstGeom prst="rightArrow">
            <a:avLst/>
          </a:prstGeom>
          <a:solidFill>
            <a:srgbClr val="00C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829800" y="2889504"/>
            <a:ext cx="1810512" cy="1188720"/>
          </a:xfrm>
          <a:prstGeom prst="roundRect">
            <a:avLst/>
          </a:prstGeom>
          <a:solidFill>
            <a:srgbClr val="093B5F"/>
          </a:solidFill>
          <a:ln w="12700">
            <a:solidFill>
              <a:srgbClr val="09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rIns="127000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Figtree"/>
              </a:rPr>
              <a:t>Solace Agent Mesh</a:t>
            </a:r>
            <a:endParaRPr sz="1300" b="1" dirty="0">
              <a:solidFill>
                <a:srgbClr val="FFFFFF"/>
              </a:solidFill>
              <a:latin typeface="Figtree"/>
            </a:endParaRPr>
          </a:p>
          <a:p>
            <a:pPr algn="ctr"/>
            <a:r>
              <a:rPr sz="1200" b="0" dirty="0">
                <a:solidFill>
                  <a:srgbClr val="FFFFFF"/>
                </a:solidFill>
                <a:latin typeface="Figtree"/>
              </a:rPr>
              <a:t>&amp; your people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626864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93B5F"/>
                </a:solidFill>
                <a:latin typeface="Space Mono"/>
              </a:rPr>
              <a:t>INSTANT DISTRIBUTION — 3 WAYS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85216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C895"/>
                </a:solidFill>
                <a:latin typeface="Figtree"/>
              </a:rPr>
              <a:t>One pre-digested source of truth — the same current answer, as events, MCP, or SQL, for AI and humans alike.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Inside Continuum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93B5F"/>
                </a:solidFill>
                <a:latin typeface="Figtree"/>
              </a:rPr>
              <a:t>Many event streams in, shaped into layered live views, watched by triggers that fire back onto the mesh — all in milliseconds.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2148840" cy="603504"/>
          </a:xfrm>
          <a:prstGeom prst="roundRect">
            <a:avLst/>
          </a:prstGeom>
          <a:solidFill>
            <a:srgbClr val="093B5F"/>
          </a:solidFill>
          <a:ln w="12700">
            <a:solidFill>
              <a:srgbClr val="09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rIns="1270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Figtree"/>
              </a:rPr>
              <a:t>flights/status/*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79192"/>
            <a:ext cx="2148840" cy="603504"/>
          </a:xfrm>
          <a:prstGeom prst="roundRect">
            <a:avLst/>
          </a:prstGeom>
          <a:solidFill>
            <a:srgbClr val="093B5F"/>
          </a:solidFill>
          <a:ln w="12700">
            <a:solidFill>
              <a:srgbClr val="09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rIns="1270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Figtree"/>
              </a:rPr>
              <a:t>passengers/itinerary/*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392424"/>
            <a:ext cx="2148840" cy="603504"/>
          </a:xfrm>
          <a:prstGeom prst="roundRect">
            <a:avLst/>
          </a:prstGeom>
          <a:solidFill>
            <a:srgbClr val="093B5F"/>
          </a:solidFill>
          <a:ln w="12700">
            <a:solidFill>
              <a:srgbClr val="09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rIns="1270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Figtree"/>
              </a:rPr>
              <a:t>weather · crew · gates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00C895"/>
                </a:solidFill>
                <a:latin typeface="Space Mono"/>
              </a:rPr>
              <a:t>FILTERED BY TOPIC HIERARCHY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788920" y="2606040"/>
            <a:ext cx="411480" cy="365760"/>
          </a:xfrm>
          <a:prstGeom prst="rightArrow">
            <a:avLst/>
          </a:prstGeom>
          <a:solidFill>
            <a:srgbClr val="00C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246120" y="1783080"/>
            <a:ext cx="5852160" cy="2788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C8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29000" y="18288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C895"/>
                </a:solidFill>
                <a:latin typeface="Space Mono"/>
              </a:rPr>
              <a:t>INSIDE CONTINUUM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2121408"/>
            <a:ext cx="5303520" cy="621792"/>
          </a:xfrm>
          <a:prstGeom prst="roundRect">
            <a:avLst/>
          </a:prstGeom>
          <a:solidFill>
            <a:srgbClr val="093B5F"/>
          </a:solidFill>
          <a:ln w="12700">
            <a:solidFill>
              <a:srgbClr val="09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rIns="1270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Figtree"/>
              </a:rPr>
              <a:t>Materialized views — isolate the fields that matter; filter by value and time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6035040" y="2761488"/>
            <a:ext cx="274320" cy="201168"/>
          </a:xfrm>
          <a:prstGeom prst="downArrow">
            <a:avLst/>
          </a:prstGeom>
          <a:solidFill>
            <a:srgbClr val="00C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520440" y="2962656"/>
            <a:ext cx="5303520" cy="621792"/>
          </a:xfrm>
          <a:prstGeom prst="roundRect">
            <a:avLst/>
          </a:prstGeom>
          <a:solidFill>
            <a:srgbClr val="093B5F"/>
          </a:solidFill>
          <a:ln w="12700">
            <a:solidFill>
              <a:srgbClr val="09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rIns="1270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Figtree"/>
              </a:rPr>
              <a:t>Views built on views — JOIN across different streams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6035040" y="3602736"/>
            <a:ext cx="274320" cy="201168"/>
          </a:xfrm>
          <a:prstGeom prst="downArrow">
            <a:avLst/>
          </a:prstGeom>
          <a:solidFill>
            <a:srgbClr val="00C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520440" y="3803904"/>
            <a:ext cx="5303520" cy="621792"/>
          </a:xfrm>
          <a:prstGeom prst="roundRect">
            <a:avLst/>
          </a:prstGeom>
          <a:solidFill>
            <a:srgbClr val="00C895"/>
          </a:solidFill>
          <a:ln w="12700">
            <a:solidFill>
              <a:srgbClr val="00C8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rIns="127000" rtlCol="0" anchor="ctr"/>
          <a:lstStyle/>
          <a:p>
            <a:pPr algn="ctr"/>
            <a:r>
              <a:rPr sz="1100" b="1">
                <a:solidFill>
                  <a:srgbClr val="03213B"/>
                </a:solidFill>
                <a:latin typeface="Figtree"/>
              </a:rPr>
              <a:t>Triggers — watch for specific conditions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125712" y="3931920"/>
            <a:ext cx="365760" cy="329184"/>
          </a:xfrm>
          <a:prstGeom prst="rightArrow">
            <a:avLst/>
          </a:prstGeom>
          <a:solidFill>
            <a:srgbClr val="00C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555480" y="3657600"/>
            <a:ext cx="2084831" cy="914400"/>
          </a:xfrm>
          <a:prstGeom prst="roundRect">
            <a:avLst/>
          </a:prstGeom>
          <a:solidFill>
            <a:srgbClr val="093B5F"/>
          </a:solidFill>
          <a:ln w="12700">
            <a:solidFill>
              <a:srgbClr val="09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rIns="127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Figtree"/>
              </a:rPr>
              <a:t>Back onto the event mesh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Figtree"/>
              </a:rPr>
              <a:t>as new events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37760"/>
            <a:ext cx="11091672" cy="822960"/>
          </a:xfrm>
          <a:prstGeom prst="roundRect">
            <a:avLst/>
          </a:prstGeom>
          <a:solidFill>
            <a:srgbClr val="00C895"/>
          </a:solidFill>
          <a:ln w="12700">
            <a:solidFill>
              <a:srgbClr val="00C8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3213B"/>
                </a:solidFill>
                <a:latin typeface="Figtree"/>
              </a:rPr>
              <a:t>All of this happens in milliseconds — with perfect consistency across every 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Airline Rebooking,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16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dirty="0">
                <a:solidFill>
                  <a:srgbClr val="093B5F"/>
                </a:solidFill>
                <a:latin typeface="Figtree"/>
              </a:rPr>
              <a:t>Continuum keeps a live picture of every passenger’s journey — and the instant a connection breaks, your AI decides how to handle that passenger.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48840"/>
            <a:ext cx="2194560" cy="603504"/>
          </a:xfrm>
          <a:prstGeom prst="roundRect">
            <a:avLst/>
          </a:prstGeom>
          <a:solidFill>
            <a:srgbClr val="093B5F"/>
          </a:solidFill>
          <a:ln w="12700">
            <a:solidFill>
              <a:srgbClr val="09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rIns="1270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Figtree"/>
              </a:rPr>
              <a:t>Flight status (live)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862072"/>
            <a:ext cx="2194560" cy="603504"/>
          </a:xfrm>
          <a:prstGeom prst="roundRect">
            <a:avLst/>
          </a:prstGeom>
          <a:solidFill>
            <a:srgbClr val="093B5F"/>
          </a:solidFill>
          <a:ln w="12700">
            <a:solidFill>
              <a:srgbClr val="09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rIns="1270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Figtree"/>
              </a:rPr>
              <a:t>Passenger itineraries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575304"/>
            <a:ext cx="2194560" cy="603504"/>
          </a:xfrm>
          <a:prstGeom prst="roundRect">
            <a:avLst/>
          </a:prstGeom>
          <a:solidFill>
            <a:srgbClr val="093B5F"/>
          </a:solidFill>
          <a:ln w="12700">
            <a:solidFill>
              <a:srgbClr val="09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rIns="1270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Figtree"/>
              </a:rPr>
              <a:t>Seats &amp; connections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880360" y="2788920"/>
            <a:ext cx="411480" cy="365760"/>
          </a:xfrm>
          <a:prstGeom prst="rightArrow">
            <a:avLst/>
          </a:prstGeom>
          <a:solidFill>
            <a:srgbClr val="00C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291840" y="2194560"/>
            <a:ext cx="3200400" cy="1783080"/>
          </a:xfrm>
          <a:prstGeom prst="roundRect">
            <a:avLst/>
          </a:prstGeom>
          <a:solidFill>
            <a:srgbClr val="00C895"/>
          </a:solidFill>
          <a:ln w="28575">
            <a:solidFill>
              <a:srgbClr val="AB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rIns="127000" rtlCol="0" anchor="ctr"/>
          <a:lstStyle/>
          <a:p>
            <a:pPr algn="ctr"/>
            <a:r>
              <a:rPr sz="1800" b="1">
                <a:solidFill>
                  <a:srgbClr val="03213B"/>
                </a:solidFill>
                <a:latin typeface="Figtree"/>
              </a:rPr>
              <a:t>Continuum</a:t>
            </a:r>
          </a:p>
          <a:p>
            <a:pPr algn="ctr"/>
            <a:r>
              <a:rPr sz="1200" b="0">
                <a:solidFill>
                  <a:srgbClr val="03213B"/>
                </a:solidFill>
                <a:latin typeface="Figtree"/>
              </a:rPr>
              <a:t>A live view of every passenger:</a:t>
            </a:r>
          </a:p>
          <a:p>
            <a:pPr algn="ctr"/>
            <a:r>
              <a:rPr sz="1200" b="0">
                <a:solidFill>
                  <a:srgbClr val="03213B"/>
                </a:solidFill>
                <a:latin typeface="Figtree"/>
              </a:rPr>
              <a:t>can they still make their connection?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629400" y="2926080"/>
            <a:ext cx="411480" cy="365760"/>
          </a:xfrm>
          <a:prstGeom prst="rightArrow">
            <a:avLst/>
          </a:prstGeom>
          <a:solidFill>
            <a:srgbClr val="00C8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040880" y="2240280"/>
            <a:ext cx="4572000" cy="1325880"/>
          </a:xfrm>
          <a:prstGeom prst="roundRect">
            <a:avLst/>
          </a:prstGeom>
          <a:solidFill>
            <a:srgbClr val="093B5F"/>
          </a:solidFill>
          <a:ln w="12700">
            <a:solidFill>
              <a:srgbClr val="09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rIns="127000" rtlCol="0" anchor="ctr"/>
          <a:lstStyle/>
          <a:p>
            <a:pPr algn="ctr"/>
            <a:r>
              <a:rPr lang="en-US" sz="1600" b="1" dirty="0">
                <a:solidFill>
                  <a:srgbClr val="ABFF88"/>
                </a:solidFill>
                <a:latin typeface="Figtree"/>
              </a:rPr>
              <a:t>Solace Agent Mesh</a:t>
            </a:r>
            <a:endParaRPr sz="1600" b="1" dirty="0">
              <a:solidFill>
                <a:srgbClr val="ABFF88"/>
              </a:solidFill>
              <a:latin typeface="Figtree"/>
            </a:endParaRPr>
          </a:p>
          <a:p>
            <a:pPr algn="ctr"/>
            <a:r>
              <a:rPr sz="1250" b="0" dirty="0">
                <a:solidFill>
                  <a:srgbClr val="FFFFFF"/>
                </a:solidFill>
                <a:latin typeface="Figtree"/>
              </a:rPr>
              <a:t>The moment a connection breaks, it decides how to handle each passenger — rebook, hotel, or rebook + notify.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3703320"/>
            <a:ext cx="4572000" cy="822960"/>
          </a:xfrm>
          <a:prstGeom prst="roundRect">
            <a:avLst/>
          </a:prstGeom>
          <a:solidFill>
            <a:srgbClr val="093B5F"/>
          </a:solidFill>
          <a:ln w="12700">
            <a:solidFill>
              <a:srgbClr val="093B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rIns="12700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Figtree"/>
              </a:rPr>
              <a:t>Ops dashboard — every at-risk passenger, live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03504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C895"/>
                </a:solidFill>
                <a:latin typeface="Figtree"/>
              </a:rPr>
              <a:t>Thousands of passengers, each handled in seconds — not after they’ve already missed the flight.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lace Title and Section Slides">
  <a:themeElements>
    <a:clrScheme name="Solace colors">
      <a:dk1>
        <a:srgbClr val="0A3B5E"/>
      </a:dk1>
      <a:lt1>
        <a:sysClr val="window" lastClr="FFFFFF"/>
      </a:lt1>
      <a:dk2>
        <a:srgbClr val="0A3B5E"/>
      </a:dk2>
      <a:lt2>
        <a:srgbClr val="EAEAEA"/>
      </a:lt2>
      <a:accent1>
        <a:srgbClr val="00C895"/>
      </a:accent1>
      <a:accent2>
        <a:srgbClr val="ABFF88"/>
      </a:accent2>
      <a:accent3>
        <a:srgbClr val="FCA829"/>
      </a:accent3>
      <a:accent4>
        <a:srgbClr val="C7FFCB"/>
      </a:accent4>
      <a:accent5>
        <a:srgbClr val="C2F7FF"/>
      </a:accent5>
      <a:accent6>
        <a:srgbClr val="FFF7C2"/>
      </a:accent6>
      <a:hlink>
        <a:srgbClr val="00C895"/>
      </a:hlink>
      <a:folHlink>
        <a:srgbClr val="009193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B4698FFA-655E-454D-A158-0C3E05CCAFBC}" vid="{69F51EBC-5F30-4F66-A145-F2AC637D96DC}"/>
    </a:ext>
  </a:extLst>
</a:theme>
</file>

<file path=ppt/theme/theme2.xml><?xml version="1.0" encoding="utf-8"?>
<a:theme xmlns:a="http://schemas.openxmlformats.org/drawingml/2006/main" name="Solace Content Slides">
  <a:themeElements>
    <a:clrScheme name="Solace colors">
      <a:dk1>
        <a:srgbClr val="0A3B5E"/>
      </a:dk1>
      <a:lt1>
        <a:sysClr val="window" lastClr="FFFFFF"/>
      </a:lt1>
      <a:dk2>
        <a:srgbClr val="0A3B5E"/>
      </a:dk2>
      <a:lt2>
        <a:srgbClr val="EAEAEA"/>
      </a:lt2>
      <a:accent1>
        <a:srgbClr val="00C895"/>
      </a:accent1>
      <a:accent2>
        <a:srgbClr val="ABFF88"/>
      </a:accent2>
      <a:accent3>
        <a:srgbClr val="FCA829"/>
      </a:accent3>
      <a:accent4>
        <a:srgbClr val="C7FFCB"/>
      </a:accent4>
      <a:accent5>
        <a:srgbClr val="C2F7FF"/>
      </a:accent5>
      <a:accent6>
        <a:srgbClr val="FFF7C2"/>
      </a:accent6>
      <a:hlink>
        <a:srgbClr val="00C895"/>
      </a:hlink>
      <a:folHlink>
        <a:srgbClr val="009193"/>
      </a:folHlink>
    </a:clrScheme>
    <a:fontScheme name="Solace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B4698FFA-655E-454D-A158-0C3E05CCAFBC}" vid="{1CE4127A-9A94-457D-8D9C-F9F466792A1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50c4712-2507-4635-8d96-ac0f8ed1146c" xsi:nil="true"/>
    <lcf76f155ced4ddcb4097134ff3c332f xmlns="b9684263-5219-44dc-8ace-9e9cf51448b5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BA59E3993B10E4CAD93B4C6B6AB4338" ma:contentTypeVersion="18" ma:contentTypeDescription="Create a new document." ma:contentTypeScope="" ma:versionID="b1c352a0e645668a65a42d6a36924e0e">
  <xsd:schema xmlns:xsd="http://www.w3.org/2001/XMLSchema" xmlns:xs="http://www.w3.org/2001/XMLSchema" xmlns:p="http://schemas.microsoft.com/office/2006/metadata/properties" xmlns:ns2="b9684263-5219-44dc-8ace-9e9cf51448b5" xmlns:ns3="c50c4712-2507-4635-8d96-ac0f8ed1146c" targetNamespace="http://schemas.microsoft.com/office/2006/metadata/properties" ma:root="true" ma:fieldsID="0ebac1cb52d4c4ca9196d097ceac5630" ns2:_="" ns3:_="">
    <xsd:import namespace="b9684263-5219-44dc-8ace-9e9cf51448b5"/>
    <xsd:import namespace="c50c4712-2507-4635-8d96-ac0f8ed1146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684263-5219-44dc-8ace-9e9cf51448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bc2f205f-3591-4b07-93bc-42e411de051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0c4712-2507-4635-8d96-ac0f8ed1146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9003eb83-64fc-4118-a01e-0346fd43c7c4}" ma:internalName="TaxCatchAll" ma:showField="CatchAllData" ma:web="c50c4712-2507-4635-8d96-ac0f8ed1146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9AF0659-183A-43C2-AA7B-C08381F298C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3471C70-1727-4A93-A528-B2FB0F1E4E8F}">
  <ds:schemaRefs>
    <ds:schemaRef ds:uri="c50c4712-2507-4635-8d96-ac0f8ed1146c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b9684263-5219-44dc-8ace-9e9cf51448b5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5590A90-ABCF-443C-A154-8FE4DFA404C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684263-5219-44dc-8ace-9e9cf51448b5"/>
    <ds:schemaRef ds:uri="c50c4712-2507-4635-8d96-ac0f8ed114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Solace Powerpoint Template</Template>
  <TotalTime>4</TotalTime>
  <Words>626</Words>
  <Application>Microsoft Office PowerPoint</Application>
  <PresentationFormat>Widescreen</PresentationFormat>
  <Paragraphs>53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Aptos</vt:lpstr>
      <vt:lpstr>Arial</vt:lpstr>
      <vt:lpstr>Figtree</vt:lpstr>
      <vt:lpstr>Gill Sans</vt:lpstr>
      <vt:lpstr>Segoe UI</vt:lpstr>
      <vt:lpstr>Space Mono</vt:lpstr>
      <vt:lpstr>Solace Title and Section Slides</vt:lpstr>
      <vt:lpstr>Solace Content Slides</vt:lpstr>
      <vt:lpstr>Your AI Is Only as Good as What It Knows Right Now</vt:lpstr>
      <vt:lpstr>What Continuum Actually Does</vt:lpstr>
      <vt:lpstr>Inside Continuum</vt:lpstr>
      <vt:lpstr>Airline Rebooking, in Action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Jesse Menning</dc:creator>
  <cp:lastModifiedBy>Jesse Menning</cp:lastModifiedBy>
  <cp:revision>2</cp:revision>
  <dcterms:created xsi:type="dcterms:W3CDTF">2026-03-20T19:18:26Z</dcterms:created>
  <dcterms:modified xsi:type="dcterms:W3CDTF">2026-08-10T21:01:19Z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0x010100DBA59E3993B10E4CAD93B4C6B6AB4338</vt:lpwstr>
  </property>
  <property fmtid="{D5CDD505-2E9C-101B-9397-08002B2CF9AE}" pid="3" name="MediaServiceImageTags">
    <vt:lpwstr/>
  </property>
</Properties>
</file>