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Lst>
  <p:notesMasterIdLst>
    <p:notesMasterId r:id="rId14"/>
  </p:notesMasterIdLst>
  <p:sldIdLst>
    <p:sldId id="256" r:id="rId6"/>
    <p:sldId id="257" r:id="rId7"/>
    <p:sldId id="263" r:id="rId8"/>
    <p:sldId id="258" r:id="rId9"/>
    <p:sldId id="259" r:id="rId10"/>
    <p:sldId id="260" r:id="rId11"/>
    <p:sldId id="261"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93B5F"/>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p:cViewPr varScale="1">
        <p:scale>
          <a:sx n="74" d="100"/>
          <a:sy n="74" d="100"/>
        </p:scale>
        <p:origin x="1092" y="7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AAD14-9C34-4AA5-B94E-6692F6349C36}"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7F935-64E3-4FF9-8DEF-2D51FA78877D}" type="slidenum">
              <a:rPr lang="en-US" smtClean="0"/>
              <a:t>‹#›</a:t>
            </a:fld>
            <a:endParaRPr lang="en-US"/>
          </a:p>
        </p:txBody>
      </p:sp>
    </p:spTree>
    <p:extLst>
      <p:ext uri="{BB962C8B-B14F-4D97-AF65-F5344CB8AC3E}">
        <p14:creationId xmlns:p14="http://schemas.microsoft.com/office/powerpoint/2010/main" val="133659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new asks — a replay of decisions already made: CEO named the vision (FY27 SKO), the May 2026 CTO offsite named the Three Doors. Continuum is the middle layer, the only one we don't ship today. This is the thesis the live demo pays off.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even our CoE agrees Flink and Continuum don't compete. When Josh asked YVR's architect WHY they chose a Continuum-style engine over Flink (email, July 13), the answer was our entire argument — in the customer's words. Close: 'That wasn't a staged reference call — it's a customer with a December go-live describing the product we're asking you to approve.'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CoE consensus: complementary, not competitors — 'if you're happy with Flink, stay on it' stays in the sales script. GTM beachhead: target accounts that ALREADY run Flink — they have the pain (operate/maintain cost, no query layer) and the budget; connect natively and add what Flink lacks. Continuum is also the whole answer for the majority who'll never staff a Flink team. The three commercial points were relocated here from the YVR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Runbook: continuum-5min-demo-script.md. This pays off the Slide 1 thesis: fast, always-current context serving agents and humans from one object.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Bounded, gated, killable — just say yes. Gate: 50 → 10 → 3 before any Product handoff; explicit abort triggers if reference, support, or deal-structure gates fail.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8.svg"/><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1125975"/>
            <a:ext cx="6182468" cy="2519362"/>
          </a:xfrm>
          <a:prstGeom prst="rect">
            <a:avLst/>
          </a:prstGeom>
        </p:spPr>
        <p:txBody>
          <a:bodyPr anchor="b"/>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4437624"/>
            <a:ext cx="5929550"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endParaRPr lang="en-US" dirty="0"/>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5373728"/>
            <a:ext cx="5930058" cy="143272"/>
          </a:xfrm>
        </p:spPr>
        <p:txBody>
          <a:bodyPr>
            <a:noAutofit/>
          </a:bodyPr>
          <a:lstStyle>
            <a:lvl1pPr algn="l">
              <a:lnSpc>
                <a:spcPct val="100000"/>
              </a:lnSpc>
              <a:defRPr sz="14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8040000"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40055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dirty="0"/>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solidFill>
                  <a:schemeClr val="tx1"/>
                </a:solidFill>
              </a:defRPr>
            </a:lvl1pPr>
          </a:lstStyle>
          <a:p>
            <a:fld id="{059D0BDF-8BE7-4C3F-9009-83FAF1F2140A}" type="slidenum">
              <a:rPr lang="en-US" smtClean="0"/>
              <a:pPr/>
              <a:t>‹#›</a:t>
            </a:fld>
            <a:endParaRPr lang="en-US"/>
          </a:p>
        </p:txBody>
      </p:sp>
    </p:spTree>
    <p:extLst>
      <p:ext uri="{BB962C8B-B14F-4D97-AF65-F5344CB8AC3E}">
        <p14:creationId xmlns:p14="http://schemas.microsoft.com/office/powerpoint/2010/main" val="887156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Cover 1">
    <p:bg>
      <p:bgRef idx="1001">
        <a:schemeClr val="bg1"/>
      </p:bgRef>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B59E6556-57B1-B408-D804-9FA5BC1308C4}"/>
              </a:ext>
            </a:extLst>
          </p:cNvPr>
          <p:cNvGrpSpPr/>
          <p:nvPr userDrawn="1"/>
        </p:nvGrpSpPr>
        <p:grpSpPr>
          <a:xfrm>
            <a:off x="6888000" y="332656"/>
            <a:ext cx="6276674" cy="5843298"/>
            <a:chOff x="5797318" y="332656"/>
            <a:chExt cx="6276674" cy="5843298"/>
          </a:xfrm>
        </p:grpSpPr>
        <p:sp>
          <p:nvSpPr>
            <p:cNvPr id="43" name="Graphic 41">
              <a:extLst>
                <a:ext uri="{FF2B5EF4-FFF2-40B4-BE49-F238E27FC236}">
                  <a16:creationId xmlns:a16="http://schemas.microsoft.com/office/drawing/2014/main" id="{969F7A7C-F56B-5EA2-CEDB-C3018FB3E56D}"/>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17" name="Graphic 4">
              <a:extLst>
                <a:ext uri="{FF2B5EF4-FFF2-40B4-BE49-F238E27FC236}">
                  <a16:creationId xmlns:a16="http://schemas.microsoft.com/office/drawing/2014/main" id="{026AA2B3-ADD5-9E91-EE90-8CA8079DF07E}"/>
                </a:ext>
              </a:extLst>
            </p:cNvPr>
            <p:cNvGrpSpPr/>
            <p:nvPr userDrawn="1"/>
          </p:nvGrpSpPr>
          <p:grpSpPr>
            <a:xfrm>
              <a:off x="5797318" y="2132856"/>
              <a:ext cx="4043098" cy="4043098"/>
              <a:chOff x="8800171" y="698369"/>
              <a:chExt cx="2346990" cy="2346990"/>
            </a:xfrm>
            <a:noFill/>
          </p:grpSpPr>
          <p:sp>
            <p:nvSpPr>
              <p:cNvPr id="18" name="Freeform: Shape 17">
                <a:extLst>
                  <a:ext uri="{FF2B5EF4-FFF2-40B4-BE49-F238E27FC236}">
                    <a16:creationId xmlns:a16="http://schemas.microsoft.com/office/drawing/2014/main" id="{446F980C-D371-51A4-BFAF-0D988442E896}"/>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24D33AA-17A5-AD3C-47CB-C235523F6E95}"/>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EC3E93C-3A6F-6643-610C-12296CC8C6D9}"/>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094DF1C-A969-A8D9-6C37-6553A2B71AFC}"/>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03329D2-BC94-696A-4C35-CDDD8197EB39}"/>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3591DD-F3A8-A03D-EB5B-A0EB18871B7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8196927-BBB7-FF95-A5F7-090E1F89D514}"/>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25" name="Graphic 4">
              <a:extLst>
                <a:ext uri="{FF2B5EF4-FFF2-40B4-BE49-F238E27FC236}">
                  <a16:creationId xmlns:a16="http://schemas.microsoft.com/office/drawing/2014/main" id="{9BD377A2-FF86-B752-6A7B-0C7B42F2A65E}"/>
                </a:ext>
              </a:extLst>
            </p:cNvPr>
            <p:cNvGrpSpPr/>
            <p:nvPr userDrawn="1"/>
          </p:nvGrpSpPr>
          <p:grpSpPr>
            <a:xfrm>
              <a:off x="8439748" y="332656"/>
              <a:ext cx="1568431" cy="1568431"/>
              <a:chOff x="6737333" y="3172458"/>
              <a:chExt cx="1303316" cy="1303316"/>
            </a:xfrm>
            <a:noFill/>
          </p:grpSpPr>
          <p:sp>
            <p:nvSpPr>
              <p:cNvPr id="26" name="Freeform: Shape 25">
                <a:extLst>
                  <a:ext uri="{FF2B5EF4-FFF2-40B4-BE49-F238E27FC236}">
                    <a16:creationId xmlns:a16="http://schemas.microsoft.com/office/drawing/2014/main" id="{FA819162-4F92-9CE1-266D-C3036C094DBE}"/>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228DA33-39B2-4FAA-AE60-99CB558A6DCB}"/>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766673F-117F-B1A0-5E0C-011B96A80452}"/>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BB9DD75-E623-1063-4AF7-B388B7C36A44}"/>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0A0E295-63B7-6BCC-483C-4BC95EFEE61C}"/>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5A4E385-FF66-6719-4CB5-DC19293047E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37082CB-E60C-66BA-112C-7E110A2EF0B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45" name="Graphic 44">
              <a:extLst>
                <a:ext uri="{FF2B5EF4-FFF2-40B4-BE49-F238E27FC236}">
                  <a16:creationId xmlns:a16="http://schemas.microsoft.com/office/drawing/2014/main" id="{94426DAB-EC49-97B6-8BAA-250B2F3420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6" name="Footer Placeholder 5">
            <a:extLst>
              <a:ext uri="{FF2B5EF4-FFF2-40B4-BE49-F238E27FC236}">
                <a16:creationId xmlns:a16="http://schemas.microsoft.com/office/drawing/2014/main" id="{593EFF8D-C896-9FCB-CCD9-055E2DEAA1D1}"/>
              </a:ext>
            </a:extLst>
          </p:cNvPr>
          <p:cNvSpPr>
            <a:spLocks noGrp="1"/>
          </p:cNvSpPr>
          <p:nvPr>
            <p:ph type="ftr" sz="quarter" idx="11"/>
          </p:nvPr>
        </p:nvSpPr>
        <p:spPr/>
        <p:txBody>
          <a:bodyPr/>
          <a:lstStyle/>
          <a:p>
            <a:r>
              <a:rPr lang="en-US"/>
              <a:t>© Solace   |   Proprietary &amp; Confidential</a:t>
            </a:r>
          </a:p>
        </p:txBody>
      </p:sp>
      <p:sp>
        <p:nvSpPr>
          <p:cNvPr id="9" name="Slide Number Placeholder 8">
            <a:extLst>
              <a:ext uri="{FF2B5EF4-FFF2-40B4-BE49-F238E27FC236}">
                <a16:creationId xmlns:a16="http://schemas.microsoft.com/office/drawing/2014/main" id="{BD2438CF-A668-47D4-D56F-CEE9B5219C5E}"/>
              </a:ext>
            </a:extLst>
          </p:cNvPr>
          <p:cNvSpPr>
            <a:spLocks noGrp="1"/>
          </p:cNvSpPr>
          <p:nvPr>
            <p:ph type="sldNum" sz="quarter" idx="12"/>
          </p:nvPr>
        </p:nvSpPr>
        <p:spPr/>
        <p:txBody>
          <a:bodyPr/>
          <a:lstStyle/>
          <a:p>
            <a:fld id="{059D0BDF-8BE7-4C3F-9009-83FAF1F2140A}" type="slidenum">
              <a:rPr lang="en-US" smtClean="0"/>
              <a:pPr/>
              <a:t>‹#›</a:t>
            </a:fld>
            <a:endParaRPr lang="en-US"/>
          </a:p>
        </p:txBody>
      </p:sp>
      <p:cxnSp>
        <p:nvCxnSpPr>
          <p:cNvPr id="8" name="Straight Connector 7">
            <a:extLst>
              <a:ext uri="{FF2B5EF4-FFF2-40B4-BE49-F238E27FC236}">
                <a16:creationId xmlns:a16="http://schemas.microsoft.com/office/drawing/2014/main" id="{BA3311E4-A084-8644-4A2C-81E8B32124A6}"/>
              </a:ext>
            </a:extLst>
          </p:cNvPr>
          <p:cNvCxnSpPr>
            <a:cxnSpLocks/>
          </p:cNvCxnSpPr>
          <p:nvPr userDrawn="1"/>
        </p:nvCxnSpPr>
        <p:spPr>
          <a:xfrm>
            <a:off x="0" y="40775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296703DE-8690-EFFB-7268-F2E9AF45759F}"/>
              </a:ext>
            </a:extLst>
          </p:cNvPr>
          <p:cNvSpPr>
            <a:spLocks noGrp="1"/>
          </p:cNvSpPr>
          <p:nvPr>
            <p:ph type="ctrTitle"/>
          </p:nvPr>
        </p:nvSpPr>
        <p:spPr>
          <a:xfrm>
            <a:off x="550864" y="1197975"/>
            <a:ext cx="6182468" cy="2519362"/>
          </a:xfrm>
          <a:prstGeom prst="rect">
            <a:avLst/>
          </a:prstGeom>
        </p:spPr>
        <p:txBody>
          <a:bodyPr anchor="b"/>
          <a:lstStyle>
            <a:lvl1pPr algn="l">
              <a:defRPr sz="54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2ACC7893-2CFD-6A2C-B065-D787A12A32D7}"/>
              </a:ext>
            </a:extLst>
          </p:cNvPr>
          <p:cNvSpPr>
            <a:spLocks noGrp="1"/>
          </p:cNvSpPr>
          <p:nvPr>
            <p:ph type="subTitle" idx="1"/>
          </p:nvPr>
        </p:nvSpPr>
        <p:spPr>
          <a:xfrm>
            <a:off x="550865" y="4509624"/>
            <a:ext cx="5929550"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endParaRPr lang="en-US" dirty="0"/>
          </a:p>
        </p:txBody>
      </p:sp>
      <p:sp>
        <p:nvSpPr>
          <p:cNvPr id="11" name="Text Placeholder 9">
            <a:extLst>
              <a:ext uri="{FF2B5EF4-FFF2-40B4-BE49-F238E27FC236}">
                <a16:creationId xmlns:a16="http://schemas.microsoft.com/office/drawing/2014/main" id="{BFA95311-77E2-E862-BFF5-6934BE40612A}"/>
              </a:ext>
            </a:extLst>
          </p:cNvPr>
          <p:cNvSpPr>
            <a:spLocks noGrp="1"/>
          </p:cNvSpPr>
          <p:nvPr>
            <p:ph type="body" sz="quarter" idx="10"/>
          </p:nvPr>
        </p:nvSpPr>
        <p:spPr>
          <a:xfrm>
            <a:off x="550863" y="5445728"/>
            <a:ext cx="5930058" cy="143272"/>
          </a:xfrm>
        </p:spPr>
        <p:txBody>
          <a:bodyPr>
            <a:noAutofit/>
          </a:bodyPr>
          <a:lstStyle>
            <a:lvl1pPr algn="l">
              <a:lnSpc>
                <a:spcPct val="100000"/>
              </a:lnSpc>
              <a:defRPr sz="1400" b="0"/>
            </a:lvl1pPr>
            <a:lvl2pPr marL="7937" indent="0">
              <a:buNone/>
              <a:defRPr/>
            </a:lvl2pPr>
          </a:lstStyle>
          <a:p>
            <a:pPr lvl="0"/>
            <a:r>
              <a:rPr lang="en-US"/>
              <a:t>Click to edit Master text styles</a:t>
            </a:r>
          </a:p>
        </p:txBody>
      </p:sp>
    </p:spTree>
    <p:extLst>
      <p:ext uri="{BB962C8B-B14F-4D97-AF65-F5344CB8AC3E}">
        <p14:creationId xmlns:p14="http://schemas.microsoft.com/office/powerpoint/2010/main" val="133665759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Cover 2">
    <p:bg>
      <p:bgRef idx="1001">
        <a:schemeClr val="bg2"/>
      </p:bgRef>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60000" y="-1"/>
            <a:ext cx="5232000" cy="6857989"/>
          </a:xfrm>
        </p:spPr>
        <p:txBody>
          <a:bodyPr/>
          <a:lstStyle/>
          <a:p>
            <a:r>
              <a:rPr lang="en-US"/>
              <a:t>Click icon to add picture</a:t>
            </a:r>
          </a:p>
        </p:txBody>
      </p:sp>
      <p:sp>
        <p:nvSpPr>
          <p:cNvPr id="5" name="Footer Placeholder 4">
            <a:extLst>
              <a:ext uri="{FF2B5EF4-FFF2-40B4-BE49-F238E27FC236}">
                <a16:creationId xmlns:a16="http://schemas.microsoft.com/office/drawing/2014/main" id="{91E14C4D-992C-08AD-7433-20C760BC8A78}"/>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B164F4FA-2BB1-E76D-62AA-FDCD0FCA0873}"/>
              </a:ext>
            </a:extLst>
          </p:cNvPr>
          <p:cNvSpPr>
            <a:spLocks noGrp="1"/>
          </p:cNvSpPr>
          <p:nvPr>
            <p:ph type="sldNum" sz="quarter" idx="13"/>
          </p:nvPr>
        </p:nvSpPr>
        <p:spPr/>
        <p:txBody>
          <a:bodyPr/>
          <a:lstStyle>
            <a:lvl1pPr>
              <a:defRPr>
                <a:solidFill>
                  <a:schemeClr val="tx1"/>
                </a:solidFill>
              </a:defRPr>
            </a:lvl1pPr>
          </a:lstStyle>
          <a:p>
            <a:fld id="{059D0BDF-8BE7-4C3F-9009-83FAF1F2140A}" type="slidenum">
              <a:rPr lang="en-US" smtClean="0"/>
              <a:pPr/>
              <a:t>‹#›</a:t>
            </a:fld>
            <a:endParaRPr lang="en-US"/>
          </a:p>
        </p:txBody>
      </p:sp>
      <p:cxnSp>
        <p:nvCxnSpPr>
          <p:cNvPr id="8" name="Straight Connector 7">
            <a:extLst>
              <a:ext uri="{FF2B5EF4-FFF2-40B4-BE49-F238E27FC236}">
                <a16:creationId xmlns:a16="http://schemas.microsoft.com/office/drawing/2014/main" id="{ED44CC65-E1B1-5D09-E60C-9501318FFDE8}"/>
              </a:ext>
            </a:extLst>
          </p:cNvPr>
          <p:cNvCxnSpPr>
            <a:cxnSpLocks/>
          </p:cNvCxnSpPr>
          <p:nvPr userDrawn="1"/>
        </p:nvCxnSpPr>
        <p:spPr>
          <a:xfrm>
            <a:off x="0" y="40775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BCB8EB12-83EE-B460-B9C4-FB3C1BEDBAA4}"/>
              </a:ext>
            </a:extLst>
          </p:cNvPr>
          <p:cNvSpPr>
            <a:spLocks noGrp="1"/>
          </p:cNvSpPr>
          <p:nvPr>
            <p:ph type="ctrTitle"/>
          </p:nvPr>
        </p:nvSpPr>
        <p:spPr>
          <a:xfrm>
            <a:off x="550864" y="1197975"/>
            <a:ext cx="5929550" cy="2519362"/>
          </a:xfrm>
          <a:prstGeom prst="rect">
            <a:avLst/>
          </a:prstGeom>
        </p:spPr>
        <p:txBody>
          <a:bodyPr anchor="b"/>
          <a:lstStyle>
            <a:lvl1pPr algn="l">
              <a:defRPr sz="54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4E670548-7E5E-8263-0D27-D6C602F155A3}"/>
              </a:ext>
            </a:extLst>
          </p:cNvPr>
          <p:cNvSpPr>
            <a:spLocks noGrp="1"/>
          </p:cNvSpPr>
          <p:nvPr>
            <p:ph type="subTitle" idx="1"/>
          </p:nvPr>
        </p:nvSpPr>
        <p:spPr>
          <a:xfrm>
            <a:off x="550865" y="4509624"/>
            <a:ext cx="5929550"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endParaRPr lang="en-US" dirty="0"/>
          </a:p>
        </p:txBody>
      </p:sp>
      <p:sp>
        <p:nvSpPr>
          <p:cNvPr id="9" name="Text Placeholder 9">
            <a:extLst>
              <a:ext uri="{FF2B5EF4-FFF2-40B4-BE49-F238E27FC236}">
                <a16:creationId xmlns:a16="http://schemas.microsoft.com/office/drawing/2014/main" id="{328CD543-D355-2BFE-6222-6DB45B4847AB}"/>
              </a:ext>
            </a:extLst>
          </p:cNvPr>
          <p:cNvSpPr>
            <a:spLocks noGrp="1"/>
          </p:cNvSpPr>
          <p:nvPr>
            <p:ph type="body" sz="quarter" idx="10"/>
          </p:nvPr>
        </p:nvSpPr>
        <p:spPr>
          <a:xfrm>
            <a:off x="550863" y="5445728"/>
            <a:ext cx="5930058" cy="143272"/>
          </a:xfrm>
        </p:spPr>
        <p:txBody>
          <a:bodyPr>
            <a:noAutofit/>
          </a:bodyPr>
          <a:lstStyle>
            <a:lvl1pPr algn="l">
              <a:lnSpc>
                <a:spcPct val="100000"/>
              </a:lnSpc>
              <a:defRPr sz="1400" b="0"/>
            </a:lvl1pPr>
            <a:lvl2pPr marL="7937" indent="0">
              <a:buNone/>
              <a:defRPr/>
            </a:lvl2pPr>
          </a:lstStyle>
          <a:p>
            <a:pPr lvl="0"/>
            <a:r>
              <a:rPr lang="en-US"/>
              <a:t>Click to edit Master text styles</a:t>
            </a:r>
          </a:p>
        </p:txBody>
      </p:sp>
    </p:spTree>
    <p:extLst>
      <p:ext uri="{BB962C8B-B14F-4D97-AF65-F5344CB8AC3E}">
        <p14:creationId xmlns:p14="http://schemas.microsoft.com/office/powerpoint/2010/main" val="25998986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Cover 2">
    <p:bg>
      <p:bgRef idx="1001">
        <a:schemeClr val="bg1"/>
      </p:bgRef>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60000" y="-1"/>
            <a:ext cx="5232000" cy="6857989"/>
          </a:xfrm>
        </p:spPr>
        <p:txBody>
          <a:bodyPr/>
          <a:lstStyle/>
          <a:p>
            <a:r>
              <a:rPr lang="en-US"/>
              <a:t>Click icon to add picture</a:t>
            </a:r>
          </a:p>
        </p:txBody>
      </p:sp>
      <p:sp>
        <p:nvSpPr>
          <p:cNvPr id="5" name="Footer Placeholder 4">
            <a:extLst>
              <a:ext uri="{FF2B5EF4-FFF2-40B4-BE49-F238E27FC236}">
                <a16:creationId xmlns:a16="http://schemas.microsoft.com/office/drawing/2014/main" id="{8C9A80E0-3E50-3DF4-4445-AE338350123C}"/>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DA93DA5D-C211-08C0-E0A0-CB9651D538C9}"/>
              </a:ext>
            </a:extLst>
          </p:cNvPr>
          <p:cNvSpPr>
            <a:spLocks noGrp="1"/>
          </p:cNvSpPr>
          <p:nvPr>
            <p:ph type="sldNum" sz="quarter" idx="13"/>
          </p:nvPr>
        </p:nvSpPr>
        <p:spPr/>
        <p:txBody>
          <a:bodyPr/>
          <a:lstStyle/>
          <a:p>
            <a:fld id="{059D0BDF-8BE7-4C3F-9009-83FAF1F2140A}" type="slidenum">
              <a:rPr lang="en-US" smtClean="0"/>
              <a:pPr/>
              <a:t>‹#›</a:t>
            </a:fld>
            <a:endParaRPr lang="en-US"/>
          </a:p>
        </p:txBody>
      </p:sp>
      <p:cxnSp>
        <p:nvCxnSpPr>
          <p:cNvPr id="8" name="Straight Connector 7">
            <a:extLst>
              <a:ext uri="{FF2B5EF4-FFF2-40B4-BE49-F238E27FC236}">
                <a16:creationId xmlns:a16="http://schemas.microsoft.com/office/drawing/2014/main" id="{011F7999-AF75-0EA8-FBAC-B1B74CC6CE42}"/>
              </a:ext>
            </a:extLst>
          </p:cNvPr>
          <p:cNvCxnSpPr>
            <a:cxnSpLocks/>
          </p:cNvCxnSpPr>
          <p:nvPr userDrawn="1"/>
        </p:nvCxnSpPr>
        <p:spPr>
          <a:xfrm>
            <a:off x="0" y="40775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571676F4-CEB5-1E44-9AF0-47F07C450FD1}"/>
              </a:ext>
            </a:extLst>
          </p:cNvPr>
          <p:cNvSpPr>
            <a:spLocks noGrp="1"/>
          </p:cNvSpPr>
          <p:nvPr>
            <p:ph type="ctrTitle"/>
          </p:nvPr>
        </p:nvSpPr>
        <p:spPr>
          <a:xfrm>
            <a:off x="550864" y="1197975"/>
            <a:ext cx="6182468" cy="2519362"/>
          </a:xfrm>
          <a:prstGeom prst="rect">
            <a:avLst/>
          </a:prstGeom>
        </p:spPr>
        <p:txBody>
          <a:bodyPr anchor="b"/>
          <a:lstStyle>
            <a:lvl1pPr algn="l">
              <a:defRPr sz="54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68CF5182-773F-3E58-77E1-56F3C3349E10}"/>
              </a:ext>
            </a:extLst>
          </p:cNvPr>
          <p:cNvSpPr>
            <a:spLocks noGrp="1"/>
          </p:cNvSpPr>
          <p:nvPr>
            <p:ph type="subTitle" idx="1"/>
          </p:nvPr>
        </p:nvSpPr>
        <p:spPr>
          <a:xfrm>
            <a:off x="550865" y="4509624"/>
            <a:ext cx="5929550"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endParaRPr lang="en-US" dirty="0"/>
          </a:p>
        </p:txBody>
      </p:sp>
      <p:sp>
        <p:nvSpPr>
          <p:cNvPr id="9" name="Text Placeholder 9">
            <a:extLst>
              <a:ext uri="{FF2B5EF4-FFF2-40B4-BE49-F238E27FC236}">
                <a16:creationId xmlns:a16="http://schemas.microsoft.com/office/drawing/2014/main" id="{A5F2774E-D112-1740-985F-CB14C365ABFF}"/>
              </a:ext>
            </a:extLst>
          </p:cNvPr>
          <p:cNvSpPr>
            <a:spLocks noGrp="1"/>
          </p:cNvSpPr>
          <p:nvPr>
            <p:ph type="body" sz="quarter" idx="10"/>
          </p:nvPr>
        </p:nvSpPr>
        <p:spPr>
          <a:xfrm>
            <a:off x="550863" y="5445728"/>
            <a:ext cx="5930058" cy="143272"/>
          </a:xfrm>
        </p:spPr>
        <p:txBody>
          <a:bodyPr>
            <a:noAutofit/>
          </a:bodyPr>
          <a:lstStyle>
            <a:lvl1pPr algn="l">
              <a:lnSpc>
                <a:spcPct val="100000"/>
              </a:lnSpc>
              <a:defRPr sz="1400" b="0"/>
            </a:lvl1pPr>
            <a:lvl2pPr marL="7937" indent="0">
              <a:buNone/>
              <a:defRPr/>
            </a:lvl2pPr>
          </a:lstStyle>
          <a:p>
            <a:pPr lvl="0"/>
            <a:r>
              <a:rPr lang="en-US"/>
              <a:t>Click to edit Master text styles</a:t>
            </a:r>
          </a:p>
        </p:txBody>
      </p:sp>
    </p:spTree>
    <p:extLst>
      <p:ext uri="{BB962C8B-B14F-4D97-AF65-F5344CB8AC3E}">
        <p14:creationId xmlns:p14="http://schemas.microsoft.com/office/powerpoint/2010/main" val="5982543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896168" y="728739"/>
            <a:ext cx="5943600" cy="3240521"/>
          </a:xfrm>
        </p:spPr>
        <p:txBody>
          <a:bodyPr/>
          <a:lstStyle>
            <a:lvl1pPr>
              <a:defRPr sz="60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lvl1pPr>
              <a:defRPr>
                <a:solidFill>
                  <a:schemeClr val="tx1"/>
                </a:solidFill>
              </a:defRPr>
            </a:lvl1pPr>
          </a:lstStyle>
          <a:p>
            <a:fld id="{059D0BDF-8BE7-4C3F-9009-83FAF1F2140A}" type="slidenum">
              <a:rPr lang="en-US" smtClean="0"/>
              <a:pPr/>
              <a:t>‹#›</a:t>
            </a:fld>
            <a:endParaRPr lang="en-US"/>
          </a:p>
        </p:txBody>
      </p: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02092229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Green Divider 1">
    <p:bg>
      <p:bgPr>
        <a:solidFill>
          <a:schemeClr val="accent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1BD1B36-2C00-F65A-451D-1C6B220D515B}"/>
              </a:ext>
            </a:extLst>
          </p:cNvPr>
          <p:cNvSpPr>
            <a:spLocks noGrp="1"/>
          </p:cNvSpPr>
          <p:nvPr>
            <p:ph type="ftr" sz="quarter" idx="10"/>
          </p:nvPr>
        </p:nvSpPr>
        <p:spPr>
          <a:ln>
            <a:solidFill>
              <a:schemeClr val="bg1"/>
            </a:solidFill>
          </a:ln>
        </p:spPr>
        <p:txBody>
          <a:bodyPr/>
          <a:lstStyle>
            <a:lvl1pPr>
              <a:defRPr>
                <a:solidFill>
                  <a:schemeClr val="tx1"/>
                </a:solidFill>
              </a:defRPr>
            </a:lvl1pPr>
          </a:lstStyle>
          <a:p>
            <a:r>
              <a:rPr lang="en-US"/>
              <a:t>© Solace   |   Proprietary &amp; Confidential</a:t>
            </a:r>
          </a:p>
        </p:txBody>
      </p:sp>
      <p:pic>
        <p:nvPicPr>
          <p:cNvPr id="10" name="Graphic 9">
            <a:extLst>
              <a:ext uri="{FF2B5EF4-FFF2-40B4-BE49-F238E27FC236}">
                <a16:creationId xmlns:a16="http://schemas.microsoft.com/office/drawing/2014/main" id="{3E216BBF-AD11-64D7-E0AF-8D45D24760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238508" y="6237352"/>
            <a:ext cx="1402108" cy="360000"/>
          </a:xfrm>
          <a:prstGeom prst="rect">
            <a:avLst/>
          </a:prstGeom>
        </p:spPr>
      </p:pic>
      <p:sp>
        <p:nvSpPr>
          <p:cNvPr id="11" name="Oval 10">
            <a:extLst>
              <a:ext uri="{FF2B5EF4-FFF2-40B4-BE49-F238E27FC236}">
                <a16:creationId xmlns:a16="http://schemas.microsoft.com/office/drawing/2014/main" id="{B50DAFA2-9C2D-40FC-BFC5-E1E6D2B83200}"/>
              </a:ext>
            </a:extLst>
          </p:cNvPr>
          <p:cNvSpPr/>
          <p:nvPr userDrawn="1"/>
        </p:nvSpPr>
        <p:spPr>
          <a:xfrm>
            <a:off x="552000" y="6381000"/>
            <a:ext cx="216000" cy="2163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52C6E6D-163E-8544-DE73-7D1CDA8650F4}"/>
              </a:ext>
            </a:extLst>
          </p:cNvPr>
          <p:cNvSpPr>
            <a:spLocks noGrp="1"/>
          </p:cNvSpPr>
          <p:nvPr>
            <p:ph type="sldNum" sz="quarter" idx="11"/>
          </p:nvPr>
        </p:nvSpPr>
        <p:spPr>
          <a:xfrm flipH="1">
            <a:off x="552000" y="6381000"/>
            <a:ext cx="216000" cy="216000"/>
          </a:xfrm>
        </p:spPr>
        <p:txBody>
          <a:bodyPr/>
          <a:lstStyle/>
          <a:p>
            <a:fld id="{059D0BDF-8BE7-4C3F-9009-83FAF1F2140A}" type="slidenum">
              <a:rPr lang="en-US" smtClean="0"/>
              <a:pPr/>
              <a:t>‹#›</a:t>
            </a:fld>
            <a:endParaRPr lang="en-US"/>
          </a:p>
        </p:txBody>
      </p:sp>
      <p:pic>
        <p:nvPicPr>
          <p:cNvPr id="16" name="Graphic 15">
            <a:extLst>
              <a:ext uri="{FF2B5EF4-FFF2-40B4-BE49-F238E27FC236}">
                <a16:creationId xmlns:a16="http://schemas.microsoft.com/office/drawing/2014/main" id="{FC61A1CB-D9F9-A727-40EB-A2C367E865DC}"/>
              </a:ext>
            </a:extLst>
          </p:cNvPr>
          <p:cNvPicPr>
            <a:picLocks noChangeAspect="1"/>
          </p:cNvPicPr>
          <p:nvPr userDrawn="1"/>
        </p:nvPicPr>
        <p:blipFill>
          <a:blip>
            <a:extLst>
              <a:ext uri="{96DAC541-7B7A-43D3-8B79-37D633B846F1}">
                <asvg:svgBlip xmlns:asvg="http://schemas.microsoft.com/office/drawing/2016/SVG/main" r:embed="rId6"/>
              </a:ext>
            </a:extLst>
          </a:blip>
          <a:srcRect b="4943"/>
          <a:stretch>
            <a:fillRect/>
          </a:stretch>
        </p:blipFill>
        <p:spPr>
          <a:xfrm>
            <a:off x="5088000" y="2349000"/>
            <a:ext cx="4743450" cy="4509000"/>
          </a:xfrm>
          <a:prstGeom prst="rect">
            <a:avLst/>
          </a:prstGeom>
        </p:spPr>
      </p:pic>
      <p:sp>
        <p:nvSpPr>
          <p:cNvPr id="3" name="Title 1">
            <a:extLst>
              <a:ext uri="{FF2B5EF4-FFF2-40B4-BE49-F238E27FC236}">
                <a16:creationId xmlns:a16="http://schemas.microsoft.com/office/drawing/2014/main" id="{A7E035C5-6C77-1F49-38D4-CA09F461E369}"/>
              </a:ext>
            </a:extLst>
          </p:cNvPr>
          <p:cNvSpPr>
            <a:spLocks noGrp="1"/>
          </p:cNvSpPr>
          <p:nvPr>
            <p:ph type="title"/>
          </p:nvPr>
        </p:nvSpPr>
        <p:spPr>
          <a:xfrm>
            <a:off x="896168" y="728739"/>
            <a:ext cx="5943600" cy="3240521"/>
          </a:xfrm>
        </p:spPr>
        <p:txBody>
          <a:bodyPr/>
          <a:lstStyle>
            <a:lvl1pPr>
              <a:defRPr sz="6000"/>
            </a:lvl1pPr>
          </a:lstStyle>
          <a:p>
            <a:r>
              <a:rPr lang="en-US"/>
              <a:t>Click to edit Master title style</a:t>
            </a:r>
            <a:endParaRPr lang="en-US" dirty="0"/>
          </a:p>
        </p:txBody>
      </p:sp>
    </p:spTree>
    <p:extLst>
      <p:ext uri="{BB962C8B-B14F-4D97-AF65-F5344CB8AC3E}">
        <p14:creationId xmlns:p14="http://schemas.microsoft.com/office/powerpoint/2010/main" val="382968095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een Divider 1">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2A4254B-55D4-0929-C427-AAA71A9EF5B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241FAC5A-F022-653C-A96C-B80EBBDE19A2}"/>
              </a:ext>
            </a:extLst>
          </p:cNvPr>
          <p:cNvSpPr>
            <a:spLocks noGrp="1"/>
          </p:cNvSpPr>
          <p:nvPr>
            <p:ph type="sldNum" sz="quarter" idx="11"/>
          </p:nvPr>
        </p:nvSpPr>
        <p:spPr/>
        <p:txBody>
          <a:bodyPr/>
          <a:lstStyle/>
          <a:p>
            <a:fld id="{059D0BDF-8BE7-4C3F-9009-83FAF1F2140A}" type="slidenum">
              <a:rPr lang="en-US" smtClean="0"/>
              <a:pPr/>
              <a:t>‹#›</a:t>
            </a:fld>
            <a:endParaRPr lang="en-US"/>
          </a:p>
        </p:txBody>
      </p:sp>
      <p:pic>
        <p:nvPicPr>
          <p:cNvPr id="10" name="Graphic 9">
            <a:extLst>
              <a:ext uri="{FF2B5EF4-FFF2-40B4-BE49-F238E27FC236}">
                <a16:creationId xmlns:a16="http://schemas.microsoft.com/office/drawing/2014/main" id="{F753A11D-F30A-BF3A-76C0-84C62D52A10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
        <p:nvSpPr>
          <p:cNvPr id="3" name="Title 1">
            <a:extLst>
              <a:ext uri="{FF2B5EF4-FFF2-40B4-BE49-F238E27FC236}">
                <a16:creationId xmlns:a16="http://schemas.microsoft.com/office/drawing/2014/main" id="{55F0C7C3-25A3-6F8C-4351-C7890DFAEF85}"/>
              </a:ext>
            </a:extLst>
          </p:cNvPr>
          <p:cNvSpPr>
            <a:spLocks noGrp="1"/>
          </p:cNvSpPr>
          <p:nvPr>
            <p:ph type="title"/>
          </p:nvPr>
        </p:nvSpPr>
        <p:spPr>
          <a:xfrm>
            <a:off x="896168" y="866357"/>
            <a:ext cx="5943600" cy="3240521"/>
          </a:xfrm>
        </p:spPr>
        <p:txBody>
          <a:bodyPr/>
          <a:lstStyle>
            <a:lvl1pPr>
              <a:defRPr sz="6000"/>
            </a:lvl1pPr>
          </a:lstStyle>
          <a:p>
            <a:r>
              <a:rPr lang="en-US"/>
              <a:t>Click to edit Master title style</a:t>
            </a:r>
            <a:endParaRPr lang="en-US" dirty="0"/>
          </a:p>
        </p:txBody>
      </p:sp>
    </p:spTree>
    <p:extLst>
      <p:ext uri="{BB962C8B-B14F-4D97-AF65-F5344CB8AC3E}">
        <p14:creationId xmlns:p14="http://schemas.microsoft.com/office/powerpoint/2010/main" val="372771558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Blue">
    <p:bg>
      <p:bgRef idx="1001">
        <a:schemeClr val="bg2"/>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t="12676" r="25349"/>
          <a:stretch>
            <a:fillRect/>
          </a:stretch>
        </p:blipFill>
        <p:spPr>
          <a:xfrm>
            <a:off x="8832001" y="-4"/>
            <a:ext cx="3360000" cy="3844542"/>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b="13652"/>
          <a:stretch>
            <a:fillRect/>
          </a:stretch>
        </p:blipFill>
        <p:spPr>
          <a:xfrm rot="16200000">
            <a:off x="10415133" y="311779"/>
            <a:ext cx="2088651" cy="1465083"/>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lvl1pPr>
              <a:defRPr>
                <a:solidFill>
                  <a:schemeClr val="tx1"/>
                </a:solidFill>
              </a:defRPr>
            </a:lvl1pPr>
          </a:lstStyle>
          <a:p>
            <a:fld id="{059D0BDF-8BE7-4C3F-9009-83FAF1F2140A}" type="slidenum">
              <a:rPr lang="en-US" smtClean="0"/>
              <a:pPr/>
              <a:t>‹#›</a:t>
            </a:fld>
            <a:endParaRPr lang="en-US"/>
          </a:p>
        </p:txBody>
      </p: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7416349" y="3069000"/>
            <a:ext cx="4743450" cy="4509000"/>
          </a:xfrm>
          <a:prstGeom prst="rect">
            <a:avLst/>
          </a:prstGeom>
        </p:spPr>
      </p:pic>
      <p:sp>
        <p:nvSpPr>
          <p:cNvPr id="8" name="Text Placeholder 7">
            <a:extLst>
              <a:ext uri="{FF2B5EF4-FFF2-40B4-BE49-F238E27FC236}">
                <a16:creationId xmlns:a16="http://schemas.microsoft.com/office/drawing/2014/main" id="{C1FBC019-A227-E8F6-3BFB-71012198A9A9}"/>
              </a:ext>
            </a:extLst>
          </p:cNvPr>
          <p:cNvSpPr>
            <a:spLocks noGrp="1"/>
          </p:cNvSpPr>
          <p:nvPr>
            <p:ph type="body" sz="quarter" idx="12"/>
          </p:nvPr>
        </p:nvSpPr>
        <p:spPr>
          <a:xfrm>
            <a:off x="1415999" y="1773000"/>
            <a:ext cx="7383799" cy="4320000"/>
          </a:xfrm>
        </p:spPr>
        <p:txBody>
          <a:bodyPr>
            <a:normAutofit/>
          </a:bodyPr>
          <a:lstStyle>
            <a:lvl1pPr marL="342900" indent="-342900">
              <a:buFont typeface="Arial" panose="020B0604020202020204" pitchFamily="34" charset="0"/>
              <a:buChar char="•"/>
              <a:defRPr sz="3200"/>
            </a:lvl1pPr>
            <a:lvl2pPr marL="914400" indent="-258763">
              <a:defRPr sz="2400" b="0"/>
            </a:lvl2pPr>
            <a:lvl3pPr>
              <a:defRPr sz="1800"/>
            </a:lvl3pPr>
            <a:lvl4pPr>
              <a:defRPr sz="1800"/>
            </a:lvl4pPr>
            <a:lvl5pPr>
              <a:defRPr sz="1600"/>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CCB5B8BD-E377-EC3D-6E62-BF2DF8474A9F}"/>
              </a:ext>
            </a:extLst>
          </p:cNvPr>
          <p:cNvSpPr>
            <a:spLocks noGrp="1"/>
          </p:cNvSpPr>
          <p:nvPr>
            <p:ph type="body" sz="quarter" idx="13"/>
          </p:nvPr>
        </p:nvSpPr>
        <p:spPr>
          <a:xfrm>
            <a:off x="839788" y="620938"/>
            <a:ext cx="8352212" cy="1008062"/>
          </a:xfrm>
        </p:spPr>
        <p:txBody>
          <a:bodyPr>
            <a:noAutofit/>
          </a:bodyPr>
          <a:lstStyle>
            <a:lvl1pPr>
              <a:defRPr sz="4400">
                <a:solidFill>
                  <a:schemeClr val="accent2"/>
                </a:solidFill>
              </a:defRPr>
            </a:lvl1pPr>
            <a:lvl2pPr marL="7937" indent="0">
              <a:buNone/>
              <a:defRPr/>
            </a:lvl2pPr>
          </a:lstStyle>
          <a:p>
            <a:pPr lvl="0"/>
            <a:r>
              <a:rPr lang="en-US"/>
              <a:t>Click to edit Master text styles</a:t>
            </a:r>
          </a:p>
        </p:txBody>
      </p:sp>
      <p:sp>
        <p:nvSpPr>
          <p:cNvPr id="10" name="TextBox 9">
            <a:extLst>
              <a:ext uri="{FF2B5EF4-FFF2-40B4-BE49-F238E27FC236}">
                <a16:creationId xmlns:a16="http://schemas.microsoft.com/office/drawing/2014/main" id="{806BB6B9-1EF2-26D5-D3E9-7925E8A60494}"/>
              </a:ext>
            </a:extLst>
          </p:cNvPr>
          <p:cNvSpPr txBox="1"/>
          <p:nvPr userDrawn="1"/>
        </p:nvSpPr>
        <p:spPr>
          <a:xfrm>
            <a:off x="2639238" y="1041276"/>
            <a:ext cx="3960000" cy="648000"/>
          </a:xfrm>
          <a:prstGeom prst="rect">
            <a:avLst/>
          </a:prstGeom>
          <a:noFill/>
        </p:spPr>
        <p:txBody>
          <a:bodyPr wrap="square" lIns="0" tIns="0" rIns="0" bIns="0" rtlCol="0">
            <a:noAutofit/>
          </a:bodyPr>
          <a:lstStyle/>
          <a:p>
            <a:pPr algn="l"/>
            <a:endParaRPr lang="en-US" sz="5400" b="1" dirty="0">
              <a:solidFill>
                <a:schemeClr val="accent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4890585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Green">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1BD1B36-2C00-F65A-451D-1C6B220D515B}"/>
              </a:ext>
            </a:extLst>
          </p:cNvPr>
          <p:cNvSpPr>
            <a:spLocks noGrp="1"/>
          </p:cNvSpPr>
          <p:nvPr>
            <p:ph type="ftr" sz="quarter" idx="10"/>
          </p:nvPr>
        </p:nvSpPr>
        <p:spPr>
          <a:ln>
            <a:solidFill>
              <a:schemeClr val="bg1"/>
            </a:solidFill>
          </a:ln>
        </p:spPr>
        <p:txBody>
          <a:bodyPr/>
          <a:lstStyle>
            <a:lvl1pPr>
              <a:defRPr>
                <a:solidFill>
                  <a:schemeClr val="tx1"/>
                </a:solidFill>
              </a:defRPr>
            </a:lvl1pPr>
          </a:lstStyle>
          <a:p>
            <a:r>
              <a:rPr lang="en-US"/>
              <a:t>© Solace   |   Proprietary &amp; Confidential</a:t>
            </a:r>
          </a:p>
        </p:txBody>
      </p:sp>
      <p:sp>
        <p:nvSpPr>
          <p:cNvPr id="11" name="Oval 10">
            <a:extLst>
              <a:ext uri="{FF2B5EF4-FFF2-40B4-BE49-F238E27FC236}">
                <a16:creationId xmlns:a16="http://schemas.microsoft.com/office/drawing/2014/main" id="{B50DAFA2-9C2D-40FC-BFC5-E1E6D2B83200}"/>
              </a:ext>
            </a:extLst>
          </p:cNvPr>
          <p:cNvSpPr/>
          <p:nvPr userDrawn="1"/>
        </p:nvSpPr>
        <p:spPr>
          <a:xfrm>
            <a:off x="552000" y="6381000"/>
            <a:ext cx="216000" cy="2163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lide Number Placeholder 5">
            <a:extLst>
              <a:ext uri="{FF2B5EF4-FFF2-40B4-BE49-F238E27FC236}">
                <a16:creationId xmlns:a16="http://schemas.microsoft.com/office/drawing/2014/main" id="{852C6E6D-163E-8544-DE73-7D1CDA8650F4}"/>
              </a:ext>
            </a:extLst>
          </p:cNvPr>
          <p:cNvSpPr>
            <a:spLocks noGrp="1"/>
          </p:cNvSpPr>
          <p:nvPr>
            <p:ph type="sldNum" sz="quarter" idx="11"/>
          </p:nvPr>
        </p:nvSpPr>
        <p:spPr>
          <a:xfrm flipH="1">
            <a:off x="552000" y="6381000"/>
            <a:ext cx="216000" cy="216000"/>
          </a:xfrm>
        </p:spPr>
        <p:txBody>
          <a:bodyPr/>
          <a:lstStyle>
            <a:lvl1pPr>
              <a:defRPr>
                <a:solidFill>
                  <a:schemeClr val="tx1"/>
                </a:solidFill>
              </a:defRPr>
            </a:lvl1pPr>
          </a:lstStyle>
          <a:p>
            <a:fld id="{059D0BDF-8BE7-4C3F-9009-83FAF1F2140A}" type="slidenum">
              <a:rPr lang="en-US" smtClean="0"/>
              <a:pPr/>
              <a:t>‹#›</a:t>
            </a:fld>
            <a:endParaRPr lang="en-US"/>
          </a:p>
        </p:txBody>
      </p:sp>
      <p:sp>
        <p:nvSpPr>
          <p:cNvPr id="2" name="TextBox 1">
            <a:extLst>
              <a:ext uri="{FF2B5EF4-FFF2-40B4-BE49-F238E27FC236}">
                <a16:creationId xmlns:a16="http://schemas.microsoft.com/office/drawing/2014/main" id="{ED70DEDD-8457-BBBA-6DFE-793D380F2E92}"/>
              </a:ext>
            </a:extLst>
          </p:cNvPr>
          <p:cNvSpPr txBox="1"/>
          <p:nvPr userDrawn="1"/>
        </p:nvSpPr>
        <p:spPr>
          <a:xfrm>
            <a:off x="1134787" y="393276"/>
            <a:ext cx="3960000" cy="648000"/>
          </a:xfrm>
          <a:prstGeom prst="rect">
            <a:avLst/>
          </a:prstGeom>
          <a:noFill/>
        </p:spPr>
        <p:txBody>
          <a:bodyPr wrap="square" lIns="0" tIns="0" rIns="0" bIns="0" rtlCol="0">
            <a:noAutofit/>
          </a:bodyPr>
          <a:lstStyle/>
          <a:p>
            <a:pPr algn="l"/>
            <a:r>
              <a:rPr lang="en-US" sz="6600" b="1" dirty="0">
                <a:solidFill>
                  <a:schemeClr val="bg2"/>
                </a:solidFill>
                <a:latin typeface="Segoe UI" panose="020B0502040204020203" pitchFamily="34" charset="0"/>
                <a:cs typeface="Segoe UI" panose="020B0502040204020203" pitchFamily="34" charset="0"/>
              </a:rPr>
              <a:t>Agenda</a:t>
            </a:r>
          </a:p>
        </p:txBody>
      </p:sp>
      <p:sp>
        <p:nvSpPr>
          <p:cNvPr id="4" name="Text Placeholder 7">
            <a:extLst>
              <a:ext uri="{FF2B5EF4-FFF2-40B4-BE49-F238E27FC236}">
                <a16:creationId xmlns:a16="http://schemas.microsoft.com/office/drawing/2014/main" id="{68A18B98-04E6-634D-8D70-7970E667919F}"/>
              </a:ext>
            </a:extLst>
          </p:cNvPr>
          <p:cNvSpPr>
            <a:spLocks noGrp="1"/>
          </p:cNvSpPr>
          <p:nvPr>
            <p:ph type="body" sz="quarter" idx="12"/>
          </p:nvPr>
        </p:nvSpPr>
        <p:spPr>
          <a:xfrm>
            <a:off x="1416000" y="1773000"/>
            <a:ext cx="7848000" cy="4320000"/>
          </a:xfrm>
        </p:spPr>
        <p:txBody>
          <a:bodyPr>
            <a:normAutofit/>
          </a:bodyPr>
          <a:lstStyle>
            <a:lvl1pPr marL="342900" indent="-342900">
              <a:buFont typeface="Arial" panose="020B0604020202020204" pitchFamily="34" charset="0"/>
              <a:buChar char="•"/>
              <a:defRPr sz="3200"/>
            </a:lvl1pPr>
            <a:lvl2pPr marL="914400" indent="-258763">
              <a:defRPr sz="2400" b="0"/>
            </a:lvl2pPr>
            <a:lvl3pPr>
              <a:defRPr sz="1800"/>
            </a:lvl3pPr>
            <a:lvl4pPr>
              <a:defRPr sz="1800"/>
            </a:lvl4pPr>
            <a:lvl5pPr>
              <a:defRPr sz="1600"/>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851EE761-1C34-46D5-9FDD-063C66D50B2A}"/>
              </a:ext>
            </a:extLst>
          </p:cNvPr>
          <p:cNvPicPr>
            <a:picLocks noChangeAspect="1"/>
          </p:cNvPicPr>
          <p:nvPr userDrawn="1"/>
        </p:nvPicPr>
        <p:blipFill>
          <a:blip>
            <a:extLst>
              <a:ext uri="{96DAC541-7B7A-43D3-8B79-37D633B846F1}">
                <asvg:svgBlip xmlns:asvg="http://schemas.microsoft.com/office/drawing/2016/SVG/main" r:embed="rId2"/>
              </a:ext>
            </a:extLst>
          </a:blip>
          <a:srcRect t="12676" r="25349"/>
          <a:stretch>
            <a:fillRect/>
          </a:stretch>
        </p:blipFill>
        <p:spPr>
          <a:xfrm>
            <a:off x="8832000" y="-5"/>
            <a:ext cx="3360000" cy="3844542"/>
          </a:xfrm>
          <a:prstGeom prst="rect">
            <a:avLst/>
          </a:prstGeom>
        </p:spPr>
      </p:pic>
      <p:pic>
        <p:nvPicPr>
          <p:cNvPr id="12" name="Graphic 11">
            <a:extLst>
              <a:ext uri="{FF2B5EF4-FFF2-40B4-BE49-F238E27FC236}">
                <a16:creationId xmlns:a16="http://schemas.microsoft.com/office/drawing/2014/main" id="{469D0B96-9BFD-1FA2-5B35-06899B4D1258}"/>
              </a:ext>
            </a:extLst>
          </p:cNvPr>
          <p:cNvPicPr>
            <a:picLocks noChangeAspect="1"/>
          </p:cNvPicPr>
          <p:nvPr userDrawn="1"/>
        </p:nvPicPr>
        <p:blipFill>
          <a:blip>
            <a:extLst>
              <a:ext uri="{96DAC541-7B7A-43D3-8B79-37D633B846F1}">
                <asvg:svgBlip xmlns:asvg="http://schemas.microsoft.com/office/drawing/2016/SVG/main" r:embed="rId3"/>
              </a:ext>
            </a:extLst>
          </a:blip>
          <a:srcRect r="6865" b="13652"/>
          <a:stretch>
            <a:fillRect/>
          </a:stretch>
        </p:blipFill>
        <p:spPr>
          <a:xfrm rot="16200000">
            <a:off x="10415133" y="311779"/>
            <a:ext cx="2088651" cy="1465083"/>
          </a:xfrm>
          <a:prstGeom prst="rect">
            <a:avLst/>
          </a:prstGeom>
        </p:spPr>
      </p:pic>
      <p:pic>
        <p:nvPicPr>
          <p:cNvPr id="13" name="Graphic 12">
            <a:extLst>
              <a:ext uri="{FF2B5EF4-FFF2-40B4-BE49-F238E27FC236}">
                <a16:creationId xmlns:a16="http://schemas.microsoft.com/office/drawing/2014/main" id="{0168E20C-EE07-5AE1-6619-37388EC66877}"/>
              </a:ext>
            </a:extLst>
          </p:cNvPr>
          <p:cNvPicPr>
            <a:picLocks noChangeAspect="1"/>
          </p:cNvPicPr>
          <p:nvPr userDrawn="1"/>
        </p:nvPicPr>
        <p:blipFill>
          <a:blip>
            <a:extLst>
              <a:ext uri="{96DAC541-7B7A-43D3-8B79-37D633B846F1}">
                <asvg:svgBlip xmlns:asvg="http://schemas.microsoft.com/office/drawing/2016/SVG/main" r:embed="rId4"/>
              </a:ext>
            </a:extLst>
          </a:blip>
          <a:srcRect b="4943"/>
          <a:stretch>
            <a:fillRect/>
          </a:stretch>
        </p:blipFill>
        <p:spPr>
          <a:xfrm>
            <a:off x="7416349" y="3069000"/>
            <a:ext cx="4743450" cy="4509000"/>
          </a:xfrm>
          <a:prstGeom prst="rect">
            <a:avLst/>
          </a:prstGeom>
        </p:spPr>
      </p:pic>
      <p:pic>
        <p:nvPicPr>
          <p:cNvPr id="17" name="Graphic 16">
            <a:extLst>
              <a:ext uri="{FF2B5EF4-FFF2-40B4-BE49-F238E27FC236}">
                <a16:creationId xmlns:a16="http://schemas.microsoft.com/office/drawing/2014/main" id="{C99BB576-AEB0-54EE-C12B-A1AEF658EE5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238508" y="6237352"/>
            <a:ext cx="1402108" cy="360000"/>
          </a:xfrm>
          <a:prstGeom prst="rect">
            <a:avLst/>
          </a:prstGeom>
        </p:spPr>
      </p:pic>
    </p:spTree>
    <p:extLst>
      <p:ext uri="{BB962C8B-B14F-4D97-AF65-F5344CB8AC3E}">
        <p14:creationId xmlns:p14="http://schemas.microsoft.com/office/powerpoint/2010/main" val="169591080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hite">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2A4254B-55D4-0929-C427-AAA71A9EF5B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241FAC5A-F022-653C-A96C-B80EBBDE19A2}"/>
              </a:ext>
            </a:extLst>
          </p:cNvPr>
          <p:cNvSpPr>
            <a:spLocks noGrp="1"/>
          </p:cNvSpPr>
          <p:nvPr>
            <p:ph type="sldNum" sz="quarter" idx="11"/>
          </p:nvPr>
        </p:nvSpPr>
        <p:spPr/>
        <p:txBody>
          <a:bodyPr/>
          <a:lstStyle/>
          <a:p>
            <a:fld id="{059D0BDF-8BE7-4C3F-9009-83FAF1F2140A}" type="slidenum">
              <a:rPr lang="en-US" smtClean="0"/>
              <a:pPr/>
              <a:t>‹#›</a:t>
            </a:fld>
            <a:endParaRPr lang="en-US"/>
          </a:p>
        </p:txBody>
      </p:sp>
      <p:sp>
        <p:nvSpPr>
          <p:cNvPr id="2" name="TextBox 1">
            <a:extLst>
              <a:ext uri="{FF2B5EF4-FFF2-40B4-BE49-F238E27FC236}">
                <a16:creationId xmlns:a16="http://schemas.microsoft.com/office/drawing/2014/main" id="{30E4E56B-8402-AAB4-DD13-CB54D38026C6}"/>
              </a:ext>
            </a:extLst>
          </p:cNvPr>
          <p:cNvSpPr txBox="1"/>
          <p:nvPr userDrawn="1"/>
        </p:nvSpPr>
        <p:spPr>
          <a:xfrm>
            <a:off x="1134787" y="393276"/>
            <a:ext cx="3960000" cy="648000"/>
          </a:xfrm>
          <a:prstGeom prst="rect">
            <a:avLst/>
          </a:prstGeom>
          <a:noFill/>
        </p:spPr>
        <p:txBody>
          <a:bodyPr wrap="square" lIns="0" tIns="0" rIns="0" bIns="0" rtlCol="0">
            <a:noAutofit/>
          </a:bodyPr>
          <a:lstStyle/>
          <a:p>
            <a:pPr algn="l"/>
            <a:r>
              <a:rPr lang="en-US" sz="6600" b="1" dirty="0">
                <a:solidFill>
                  <a:schemeClr val="tx2"/>
                </a:solidFill>
                <a:latin typeface="Segoe UI" panose="020B0502040204020203" pitchFamily="34" charset="0"/>
                <a:cs typeface="Segoe UI" panose="020B0502040204020203" pitchFamily="34" charset="0"/>
              </a:rPr>
              <a:t>Agenda</a:t>
            </a:r>
          </a:p>
        </p:txBody>
      </p:sp>
      <p:sp>
        <p:nvSpPr>
          <p:cNvPr id="4" name="Text Placeholder 7">
            <a:extLst>
              <a:ext uri="{FF2B5EF4-FFF2-40B4-BE49-F238E27FC236}">
                <a16:creationId xmlns:a16="http://schemas.microsoft.com/office/drawing/2014/main" id="{0E36D60D-81F0-65D5-9F1D-7739CCD57D68}"/>
              </a:ext>
            </a:extLst>
          </p:cNvPr>
          <p:cNvSpPr>
            <a:spLocks noGrp="1"/>
          </p:cNvSpPr>
          <p:nvPr>
            <p:ph type="body" sz="quarter" idx="12"/>
          </p:nvPr>
        </p:nvSpPr>
        <p:spPr>
          <a:xfrm>
            <a:off x="1416000" y="1773000"/>
            <a:ext cx="7776000" cy="4320000"/>
          </a:xfrm>
        </p:spPr>
        <p:txBody>
          <a:bodyPr>
            <a:normAutofit/>
          </a:bodyPr>
          <a:lstStyle>
            <a:lvl1pPr marL="342900" indent="-342900">
              <a:buFont typeface="Arial" panose="020B0604020202020204" pitchFamily="34" charset="0"/>
              <a:buChar char="•"/>
              <a:defRPr sz="3200"/>
            </a:lvl1pPr>
            <a:lvl2pPr marL="914400" indent="-258763">
              <a:defRPr sz="2400" b="0"/>
            </a:lvl2pPr>
            <a:lvl3pPr>
              <a:defRPr sz="1800"/>
            </a:lvl3pPr>
            <a:lvl4pPr>
              <a:defRPr sz="1800"/>
            </a:lvl4pPr>
            <a:lvl5pPr>
              <a:defRPr sz="1600"/>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440A74B2-3261-15AC-14BC-F61DE7C75160}"/>
              </a:ext>
            </a:extLst>
          </p:cNvPr>
          <p:cNvPicPr>
            <a:picLocks noChangeAspect="1"/>
          </p:cNvPicPr>
          <p:nvPr userDrawn="1"/>
        </p:nvPicPr>
        <p:blipFill>
          <a:blip>
            <a:extLst>
              <a:ext uri="{96DAC541-7B7A-43D3-8B79-37D633B846F1}">
                <asvg:svgBlip xmlns:asvg="http://schemas.microsoft.com/office/drawing/2016/SVG/main" r:embed="rId2"/>
              </a:ext>
            </a:extLst>
          </a:blip>
          <a:srcRect t="12676" r="25349"/>
          <a:stretch>
            <a:fillRect/>
          </a:stretch>
        </p:blipFill>
        <p:spPr>
          <a:xfrm>
            <a:off x="8832000" y="-5"/>
            <a:ext cx="3360000" cy="3844542"/>
          </a:xfrm>
          <a:prstGeom prst="rect">
            <a:avLst/>
          </a:prstGeom>
        </p:spPr>
      </p:pic>
      <p:pic>
        <p:nvPicPr>
          <p:cNvPr id="11" name="Graphic 10">
            <a:extLst>
              <a:ext uri="{FF2B5EF4-FFF2-40B4-BE49-F238E27FC236}">
                <a16:creationId xmlns:a16="http://schemas.microsoft.com/office/drawing/2014/main" id="{C313176C-ECD2-C67D-831E-08EC708D9C9A}"/>
              </a:ext>
            </a:extLst>
          </p:cNvPr>
          <p:cNvPicPr>
            <a:picLocks noChangeAspect="1"/>
          </p:cNvPicPr>
          <p:nvPr userDrawn="1"/>
        </p:nvPicPr>
        <p:blipFill>
          <a:blip>
            <a:extLst>
              <a:ext uri="{96DAC541-7B7A-43D3-8B79-37D633B846F1}">
                <asvg:svgBlip xmlns:asvg="http://schemas.microsoft.com/office/drawing/2016/SVG/main" r:embed="rId3"/>
              </a:ext>
            </a:extLst>
          </a:blip>
          <a:srcRect r="6865" b="13652"/>
          <a:stretch>
            <a:fillRect/>
          </a:stretch>
        </p:blipFill>
        <p:spPr>
          <a:xfrm rot="16200000">
            <a:off x="10415133" y="311779"/>
            <a:ext cx="2088651" cy="1465083"/>
          </a:xfrm>
          <a:prstGeom prst="rect">
            <a:avLst/>
          </a:prstGeom>
        </p:spPr>
      </p:pic>
      <p:pic>
        <p:nvPicPr>
          <p:cNvPr id="12" name="Graphic 11">
            <a:extLst>
              <a:ext uri="{FF2B5EF4-FFF2-40B4-BE49-F238E27FC236}">
                <a16:creationId xmlns:a16="http://schemas.microsoft.com/office/drawing/2014/main" id="{BCD39DCF-98C5-AC5D-49A2-3A4AAECA4BF5}"/>
              </a:ext>
            </a:extLst>
          </p:cNvPr>
          <p:cNvPicPr>
            <a:picLocks noChangeAspect="1"/>
          </p:cNvPicPr>
          <p:nvPr userDrawn="1"/>
        </p:nvPicPr>
        <p:blipFill>
          <a:blip>
            <a:extLst>
              <a:ext uri="{96DAC541-7B7A-43D3-8B79-37D633B846F1}">
                <asvg:svgBlip xmlns:asvg="http://schemas.microsoft.com/office/drawing/2016/SVG/main" r:embed="rId4"/>
              </a:ext>
            </a:extLst>
          </a:blip>
          <a:srcRect b="4943"/>
          <a:stretch>
            <a:fillRect/>
          </a:stretch>
        </p:blipFill>
        <p:spPr>
          <a:xfrm>
            <a:off x="7416349" y="3069000"/>
            <a:ext cx="4743450" cy="4509000"/>
          </a:xfrm>
          <a:prstGeom prst="rect">
            <a:avLst/>
          </a:prstGeom>
        </p:spPr>
      </p:pic>
    </p:spTree>
    <p:extLst>
      <p:ext uri="{BB962C8B-B14F-4D97-AF65-F5344CB8AC3E}">
        <p14:creationId xmlns:p14="http://schemas.microsoft.com/office/powerpoint/2010/main" val="428116784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fidential Guidanc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91600" y="0"/>
            <a:ext cx="32004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3672616" cy="4895850"/>
          </a:xfrm>
        </p:spPr>
        <p:txBody>
          <a:bodyPr tIns="0">
            <a:noAutofit/>
          </a:bodyPr>
          <a:lstStyle/>
          <a:p>
            <a:pPr lvl="0"/>
            <a:r>
              <a:rPr lang="en-US" dirty="0"/>
              <a:t>Click to edit Master text styles</a:t>
            </a:r>
          </a:p>
          <a:p>
            <a:pPr lvl="1"/>
            <a:r>
              <a:rPr lang="en-US" dirty="0"/>
              <a:t>Second level</a:t>
            </a:r>
          </a:p>
          <a:p>
            <a:pPr lvl="2"/>
            <a:r>
              <a:rPr lang="en-US" dirty="0"/>
              <a:t>Third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3782446" cy="4895850"/>
          </a:xfrm>
        </p:spPr>
        <p:txBody>
          <a:bodyPr tIns="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664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a:t>
            </a:r>
          </a:p>
          <a:p>
            <a:pPr lvl="1"/>
            <a:r>
              <a:rPr lang="en-US" dirty="0"/>
              <a:t>Second level</a:t>
            </a:r>
          </a:p>
          <a:p>
            <a:pPr lvl="2"/>
            <a:r>
              <a:rPr lang="en-US" dirty="0"/>
              <a:t>Third level</a:t>
            </a:r>
          </a:p>
        </p:txBody>
      </p: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
        <p:nvSpPr>
          <p:cNvPr id="3" name="Rectangle 2">
            <a:extLst>
              <a:ext uri="{FF2B5EF4-FFF2-40B4-BE49-F238E27FC236}">
                <a16:creationId xmlns:a16="http://schemas.microsoft.com/office/drawing/2014/main" id="{0732D2F1-B120-2024-013D-55E7B8C3274D}"/>
              </a:ext>
            </a:extLst>
          </p:cNvPr>
          <p:cNvSpPr/>
          <p:nvPr userDrawn="1"/>
        </p:nvSpPr>
        <p:spPr>
          <a:xfrm>
            <a:off x="0" y="0"/>
            <a:ext cx="8991600" cy="1076325"/>
          </a:xfrm>
          <a:prstGeom prst="rect">
            <a:avLst/>
          </a:prstGeom>
          <a:solidFill>
            <a:schemeClr val="accent2"/>
          </a:solidFill>
          <a:ln/>
        </p:spPr>
        <p:style>
          <a:lnRef idx="2">
            <a:schemeClr val="accent2"/>
          </a:lnRef>
          <a:fillRef idx="1">
            <a:schemeClr val="lt1"/>
          </a:fillRef>
          <a:effectRef idx="0">
            <a:schemeClr val="accent2"/>
          </a:effectRef>
          <a:fontRef idx="minor">
            <a:schemeClr val="dk1"/>
          </a:fontRef>
        </p:style>
        <p:txBody>
          <a:bodyPr rot="0" spcFirstLastPara="1" vert="horz" wrap="square" lIns="50800" tIns="50800" rIns="50800" bIns="50800" numCol="1" spcCol="38100" rtlCol="0" anchor="ctr">
            <a:no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1pPr>
            <a:lvl2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2pPr>
            <a:lvl3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3pPr>
            <a:lvl4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4pPr>
            <a:lvl5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5pPr>
            <a:lvl6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6pPr>
            <a:lvl7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7pPr>
            <a:lvl8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8pPr>
            <a:lvl9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9p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2400" b="1" i="0" u="none" strike="noStrike" kern="0" cap="none" spc="0" normalizeH="0" baseline="0" noProof="0" dirty="0">
              <a:ln>
                <a:noFill/>
              </a:ln>
              <a:solidFill>
                <a:srgbClr val="FF0000"/>
              </a:solidFill>
              <a:effectLst/>
              <a:uLnTx/>
              <a:uFillTx/>
              <a:latin typeface="Segoe UI"/>
              <a:ea typeface="+mn-ea"/>
              <a:cs typeface="Calibri"/>
              <a:sym typeface="Gill Sans"/>
            </a:endParaRPr>
          </a:p>
        </p:txBody>
      </p:sp>
      <p:sp>
        <p:nvSpPr>
          <p:cNvPr id="17" name="Rectangle 16">
            <a:extLst>
              <a:ext uri="{FF2B5EF4-FFF2-40B4-BE49-F238E27FC236}">
                <a16:creationId xmlns:a16="http://schemas.microsoft.com/office/drawing/2014/main" id="{08BDCBCE-319D-3EBF-C0B2-1BF158C95EF3}"/>
              </a:ext>
            </a:extLst>
          </p:cNvPr>
          <p:cNvSpPr/>
          <p:nvPr userDrawn="1"/>
        </p:nvSpPr>
        <p:spPr>
          <a:xfrm>
            <a:off x="0" y="6237288"/>
            <a:ext cx="12192000" cy="653030"/>
          </a:xfrm>
          <a:prstGeom prst="rect">
            <a:avLst/>
          </a:prstGeom>
          <a:solidFill>
            <a:schemeClr val="accent2"/>
          </a:solidFill>
          <a:ln/>
        </p:spPr>
        <p:style>
          <a:lnRef idx="2">
            <a:schemeClr val="accent2"/>
          </a:lnRef>
          <a:fillRef idx="1">
            <a:schemeClr val="lt1"/>
          </a:fillRef>
          <a:effectRef idx="0">
            <a:schemeClr val="accent2"/>
          </a:effectRef>
          <a:fontRef idx="minor">
            <a:schemeClr val="dk1"/>
          </a:fontRef>
        </p:style>
        <p:txBody>
          <a:bodyPr rot="0" spcFirstLastPara="1" vert="horz" wrap="square" lIns="50800" tIns="50800" rIns="50800" bIns="50800" numCol="1" spcCol="38100" rtlCol="0" anchor="ctr">
            <a:noAutofit/>
          </a:bodyPr>
          <a:ls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1pPr>
            <a:lvl2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2pPr>
            <a:lvl3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3pPr>
            <a:lvl4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4pPr>
            <a:lvl5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5pPr>
            <a:lvl6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6pPr>
            <a:lvl7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7pPr>
            <a:lvl8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8pPr>
            <a:lvl9pPr marL="0" marR="0" indent="0" algn="ctr" defTabSz="409575" rtl="0" fontAlgn="auto" latinLnBrk="0" hangingPunct="0">
              <a:lnSpc>
                <a:spcPct val="100000"/>
              </a:lnSpc>
              <a:spcBef>
                <a:spcPts val="0"/>
              </a:spcBef>
              <a:spcAft>
                <a:spcPts val="0"/>
              </a:spcAft>
              <a:buClrTx/>
              <a:buSzTx/>
              <a:buFontTx/>
              <a:buNone/>
              <a:tabLst/>
              <a:defRPr kumimoji="0" sz="2700" b="0" i="0" u="none" strike="noStrike" cap="none" spc="0" normalizeH="0" baseline="0">
                <a:ln>
                  <a:noFill/>
                </a:ln>
                <a:solidFill>
                  <a:schemeClr val="dk1"/>
                </a:solidFill>
                <a:effectLst/>
                <a:uFillTx/>
                <a:latin typeface="+mn-lt"/>
                <a:ea typeface="+mn-ea"/>
                <a:cs typeface="+mn-cs"/>
                <a:sym typeface="Gill Sans"/>
              </a:defRPr>
            </a:lvl9pPr>
          </a:lstStyle>
          <a:p>
            <a:pPr marL="0" marR="0" lvl="0" indent="0" algn="ctr" defTabSz="876300" rtl="0" eaLnBrk="1" fontAlgn="auto" latinLnBrk="0" hangingPunct="0">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Gill Sans"/>
                <a:ea typeface="+mn-ea"/>
                <a:cs typeface="+mn-cs"/>
                <a:sym typeface="Gill Sans"/>
              </a:rPr>
              <a:t>NOT FOR EXTERNAL USE – DELETE THIS SLIDE BEFORE USING WITH A PROSPECT!</a:t>
            </a:r>
            <a:endParaRPr kumimoji="0" lang="en-US" sz="2400" b="1" i="0" u="none" strike="noStrike" kern="0" cap="none" spc="0" normalizeH="0" baseline="0" noProof="0" dirty="0">
              <a:ln>
                <a:noFill/>
              </a:ln>
              <a:solidFill>
                <a:srgbClr val="FF0000"/>
              </a:solidFill>
              <a:effectLst/>
              <a:uLnTx/>
              <a:uFillTx/>
              <a:latin typeface="Segoe UI"/>
              <a:ea typeface="+mn-ea"/>
              <a:cs typeface="Calibri"/>
              <a:sym typeface="Gill Sans"/>
            </a:endParaRPr>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lvl1pPr>
              <a:defRPr sz="3600" b="0"/>
            </a:lvl1pPr>
          </a:lstStyle>
          <a:p>
            <a:r>
              <a:rPr lang="en-US" dirty="0"/>
              <a:t>Click to edit Master title style</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723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hite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dirty="0"/>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dirty="0"/>
              <a:t>Click to edit Master text styles</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2482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hite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dirty="0"/>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585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dirty="0"/>
              <a:t>Click to edit Master text</a:t>
            </a:r>
          </a:p>
          <a:p>
            <a:pPr lvl="1"/>
            <a:r>
              <a:rPr lang="en-US" dirty="0"/>
              <a:t>Second level</a:t>
            </a:r>
          </a:p>
          <a:p>
            <a:pPr lvl="2"/>
            <a:r>
              <a:rPr lang="en-US" dirty="0"/>
              <a:t>Third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dirty="0"/>
              <a:t>Click to edit Master text</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dirty="0"/>
              <a:t>Click to edit Master text</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744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ite 4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dirty="0"/>
              <a:t>Click to edit</a:t>
            </a:r>
          </a:p>
          <a:p>
            <a:pPr lvl="1"/>
            <a:r>
              <a:rPr lang="en-US" dirty="0"/>
              <a:t>Second level</a:t>
            </a:r>
          </a:p>
          <a:p>
            <a:pPr lvl="2"/>
            <a:r>
              <a:rPr lang="en-US" dirty="0"/>
              <a:t>Third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dirty="0"/>
              <a:t>Click to edit</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dirty="0"/>
              <a:t>Click to edit</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dirty="0"/>
              <a:t>Click to edit</a:t>
            </a:r>
          </a:p>
          <a:p>
            <a:pPr lvl="1"/>
            <a:r>
              <a:rPr lang="en-US" dirty="0"/>
              <a:t>Second level</a:t>
            </a:r>
          </a:p>
          <a:p>
            <a:pPr lvl="2"/>
            <a:r>
              <a:rPr lang="en-US" dirty="0"/>
              <a:t>Third level</a:t>
            </a:r>
          </a:p>
        </p:txBody>
      </p:sp>
    </p:spTree>
    <p:extLst>
      <p:ext uri="{BB962C8B-B14F-4D97-AF65-F5344CB8AC3E}">
        <p14:creationId xmlns:p14="http://schemas.microsoft.com/office/powerpoint/2010/main" val="36942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White w/ Left Sidebar Smal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00400"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8352000" cy="4895849"/>
          </a:xfrm>
        </p:spPr>
        <p:txBody>
          <a:bodyPr tIns="0">
            <a:noAutofit/>
          </a:bodyPr>
          <a:lstStyle/>
          <a:p>
            <a:pPr lvl="0"/>
            <a:r>
              <a:rPr lang="en-US" dirty="0"/>
              <a:t>Click to edit Master text styles</a:t>
            </a:r>
          </a:p>
          <a:p>
            <a:pPr lvl="1"/>
            <a:r>
              <a:rPr lang="en-US" dirty="0"/>
              <a:t>Second level</a:t>
            </a:r>
          </a:p>
          <a:p>
            <a:pPr lvl="2"/>
            <a:r>
              <a:rPr lang="en-US" dirty="0"/>
              <a:t>Third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1" y="1052513"/>
            <a:ext cx="3200400"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336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a:t>
            </a:r>
          </a:p>
          <a:p>
            <a:pPr lvl="1"/>
            <a:r>
              <a:rPr lang="en-US" dirty="0"/>
              <a:t>Second level</a:t>
            </a:r>
          </a:p>
          <a:p>
            <a:pPr lvl="2"/>
            <a:r>
              <a:rPr lang="en-US" dirty="0"/>
              <a:t>Third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a:t>
            </a:fld>
            <a:endParaRPr lang="en-US"/>
          </a:p>
        </p:txBody>
      </p:sp>
    </p:spTree>
    <p:extLst>
      <p:ext uri="{BB962C8B-B14F-4D97-AF65-F5344CB8AC3E}">
        <p14:creationId xmlns:p14="http://schemas.microsoft.com/office/powerpoint/2010/main" val="4145794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White w/ Left Sidebar Smal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00400"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31920" cy="4895849"/>
          </a:xfrm>
        </p:spPr>
        <p:txBody>
          <a:bodyPr tIns="0">
            <a:noAutofit/>
          </a:bodyPr>
          <a:lstStyle/>
          <a:p>
            <a:pPr lvl="0"/>
            <a:r>
              <a:rPr lang="en-US" dirty="0"/>
              <a:t>Click to edit Master text styles</a:t>
            </a:r>
          </a:p>
          <a:p>
            <a:pPr lvl="1"/>
            <a:r>
              <a:rPr lang="en-US" dirty="0"/>
              <a:t>Second level</a:t>
            </a:r>
          </a:p>
          <a:p>
            <a:pPr lvl="2"/>
            <a:r>
              <a:rPr lang="en-US" dirty="0"/>
              <a:t>Third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943520" y="1341439"/>
            <a:ext cx="3840480" cy="4895849"/>
          </a:xfrm>
        </p:spPr>
        <p:txBody>
          <a:bodyPr tIns="0">
            <a:noAutofit/>
          </a:bodyPr>
          <a:lstStyle/>
          <a:p>
            <a:pPr lvl="0"/>
            <a:r>
              <a:rPr lang="en-US" dirty="0"/>
              <a:t>Click to edit Master text styles</a:t>
            </a:r>
          </a:p>
          <a:p>
            <a:pPr lvl="1"/>
            <a:r>
              <a:rPr lang="en-US" dirty="0"/>
              <a:t>Second level</a:t>
            </a:r>
          </a:p>
          <a:p>
            <a:pPr lvl="2"/>
            <a:r>
              <a:rPr lang="en-US" dirty="0"/>
              <a:t>Third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1" y="1052513"/>
            <a:ext cx="3200400"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336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a:t>
            </a:r>
          </a:p>
          <a:p>
            <a:pPr lvl="1"/>
            <a:r>
              <a:rPr lang="en-US" dirty="0"/>
              <a:t>Second level</a:t>
            </a:r>
          </a:p>
          <a:p>
            <a:pPr lvl="2"/>
            <a:r>
              <a:rPr lang="en-US" dirty="0"/>
              <a:t>Third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a:t>
            </a:fld>
            <a:endParaRPr lang="en-US"/>
          </a:p>
        </p:txBody>
      </p:sp>
    </p:spTree>
    <p:extLst>
      <p:ext uri="{BB962C8B-B14F-4D97-AF65-F5344CB8AC3E}">
        <p14:creationId xmlns:p14="http://schemas.microsoft.com/office/powerpoint/2010/main" val="2880060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hite w/ Left Sidebar Medium">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1" y="1052513"/>
            <a:ext cx="4114800"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dirty="0"/>
              <a:t>Click to edit Master text</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254862" y="1341438"/>
            <a:ext cx="3601138" cy="4895850"/>
          </a:xfrm>
        </p:spPr>
        <p:txBody>
          <a:bodyPr>
            <a:noAutofit/>
          </a:bodyPr>
          <a:lstStyle/>
          <a:p>
            <a:pPr lvl="0"/>
            <a:r>
              <a:rPr lang="en-US" dirty="0"/>
              <a:t>Click to edit Master text</a:t>
            </a:r>
          </a:p>
          <a:p>
            <a:pPr lvl="1"/>
            <a:r>
              <a:rPr lang="en-US" dirty="0"/>
              <a:t>Second level</a:t>
            </a:r>
          </a:p>
          <a:p>
            <a:pPr lvl="2"/>
            <a:r>
              <a:rPr lang="en-US" dirty="0"/>
              <a:t>Third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1" y="1053000"/>
            <a:ext cx="4114800"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336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a:t>
            </a:r>
          </a:p>
          <a:p>
            <a:pPr lvl="1"/>
            <a:r>
              <a:rPr lang="en-US" dirty="0"/>
              <a:t>Second level</a:t>
            </a:r>
          </a:p>
          <a:p>
            <a:pPr lvl="2"/>
            <a:r>
              <a:rPr lang="en-US" dirty="0"/>
              <a:t>Third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a:t>
            </a:fld>
            <a:endParaRPr lang="en-US"/>
          </a:p>
        </p:txBody>
      </p:sp>
    </p:spTree>
    <p:extLst>
      <p:ext uri="{BB962C8B-B14F-4D97-AF65-F5344CB8AC3E}">
        <p14:creationId xmlns:p14="http://schemas.microsoft.com/office/powerpoint/2010/main" val="4169253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hite w/ Left Sidebar Bi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5486400"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dirty="0"/>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880000" y="1341439"/>
            <a:ext cx="2859242" cy="4895849"/>
          </a:xfrm>
        </p:spPr>
        <p:txBody>
          <a:bodyPr tIns="0">
            <a:noAutofit/>
          </a:bodyPr>
          <a:lstStyle/>
          <a:p>
            <a:pPr lvl="0"/>
            <a:r>
              <a:rPr lang="en-US" dirty="0"/>
              <a:t>Click to edit Master text styles</a:t>
            </a:r>
          </a:p>
          <a:p>
            <a:pPr lvl="1"/>
            <a:r>
              <a:rPr lang="en-US" dirty="0"/>
              <a:t>Second level</a:t>
            </a:r>
          </a:p>
          <a:p>
            <a:pPr lvl="2"/>
            <a:r>
              <a:rPr lang="en-US" dirty="0"/>
              <a:t>Third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9121464" y="1341439"/>
            <a:ext cx="2806536" cy="4895849"/>
          </a:xfrm>
        </p:spPr>
        <p:txBody>
          <a:bodyPr tIns="0">
            <a:noAutofit/>
          </a:bodyPr>
          <a:lstStyle/>
          <a:p>
            <a:pPr lvl="0"/>
            <a:r>
              <a:rPr lang="en-US" dirty="0"/>
              <a:t>Click to edit Master text styles</a:t>
            </a:r>
          </a:p>
          <a:p>
            <a:pPr lvl="1"/>
            <a:r>
              <a:rPr lang="en-US" dirty="0"/>
              <a:t>Second level</a:t>
            </a:r>
          </a:p>
          <a:p>
            <a:pPr lvl="2"/>
            <a:r>
              <a:rPr lang="en-US" dirty="0"/>
              <a:t>Third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1" y="1052513"/>
            <a:ext cx="5486400"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336000" y="1341439"/>
            <a:ext cx="4752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a:t>
            </a:r>
          </a:p>
          <a:p>
            <a:pPr lvl="1"/>
            <a:r>
              <a:rPr lang="en-US" dirty="0"/>
              <a:t>Second level</a:t>
            </a:r>
          </a:p>
          <a:p>
            <a:pPr lvl="2"/>
            <a:r>
              <a:rPr lang="en-US" dirty="0"/>
              <a:t>Third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a:t>
            </a:fld>
            <a:endParaRPr lang="en-US"/>
          </a:p>
        </p:txBody>
      </p:sp>
    </p:spTree>
    <p:extLst>
      <p:ext uri="{BB962C8B-B14F-4D97-AF65-F5344CB8AC3E}">
        <p14:creationId xmlns:p14="http://schemas.microsoft.com/office/powerpoint/2010/main" val="42529879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w/ Right Sidebar Smal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91600" y="0"/>
            <a:ext cx="32004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3913770" cy="4895850"/>
          </a:xfrm>
        </p:spPr>
        <p:txBody>
          <a:bodyPr tIns="0">
            <a:noAutofit/>
          </a:bodyPr>
          <a:lstStyle/>
          <a:p>
            <a:pPr lvl="0"/>
            <a:r>
              <a:rPr lang="en-US" dirty="0"/>
              <a:t>Click to edit Master text styles</a:t>
            </a:r>
          </a:p>
          <a:p>
            <a:pPr lvl="1"/>
            <a:r>
              <a:rPr lang="en-US" dirty="0"/>
              <a:t>Second level</a:t>
            </a:r>
          </a:p>
          <a:p>
            <a:pPr lvl="2"/>
            <a:r>
              <a:rPr lang="en-US" dirty="0"/>
              <a:t>Third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3854446" cy="4895850"/>
          </a:xfrm>
        </p:spPr>
        <p:txBody>
          <a:bodyPr tIns="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336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a:t>
            </a:r>
          </a:p>
          <a:p>
            <a:pPr lvl="1"/>
            <a:r>
              <a:rPr lang="en-US" dirty="0"/>
              <a:t>Second level</a:t>
            </a:r>
          </a:p>
          <a:p>
            <a:pPr lvl="2"/>
            <a:r>
              <a:rPr lang="en-US" dirty="0"/>
              <a:t>Third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9792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hite w/ Right Sidebar Medium">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408912" cy="4895850"/>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407774" cy="4895850"/>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400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1303219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White w/ Right Sidebar Medium">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5688000" cy="4895850"/>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pic>
        <p:nvPicPr>
          <p:cNvPr id="3" name="Picture 7">
            <a:extLst>
              <a:ext uri="{FF2B5EF4-FFF2-40B4-BE49-F238E27FC236}">
                <a16:creationId xmlns:a16="http://schemas.microsoft.com/office/drawing/2014/main" id="{10AAB02C-5F77-5304-774E-0846E7B1F6AE}"/>
              </a:ext>
            </a:extLst>
          </p:cNvPr>
          <p:cNvPicPr preferRelativeResize="0">
            <a:picLocks/>
          </p:cNvPicPr>
          <p:nvPr userDrawn="1"/>
        </p:nvPicPr>
        <p:blipFill>
          <a:blip r:embed="rId4" cstate="print">
            <a:alphaModFix/>
            <a:extLst>
              <a:ext uri="{BEBA8EAE-BF5A-486C-A8C5-ECC9F3942E4B}">
                <a14:imgProps xmlns:a14="http://schemas.microsoft.com/office/drawing/2010/main">
                  <a14:imgLayer r:embed="rId5">
                    <a14:imgEffect>
                      <a14:saturation sat="16000"/>
                    </a14:imgEffect>
                  </a14:imgLayer>
                </a14:imgProps>
              </a:ext>
              <a:ext uri="{28A0092B-C50C-407E-A947-70E740481C1C}">
                <a14:useLocalDpi xmlns:a14="http://schemas.microsoft.com/office/drawing/2010/main"/>
              </a:ext>
            </a:extLst>
          </a:blip>
          <a:srcRect l="1501" t="8547" r="2359" b="4190"/>
          <a:stretch>
            <a:fillRect/>
          </a:stretch>
        </p:blipFill>
        <p:spPr>
          <a:xfrm>
            <a:off x="6848363" y="750888"/>
            <a:ext cx="5486400" cy="5486400"/>
          </a:xfrm>
          <a:prstGeom prst="ellipse">
            <a:avLst/>
          </a:prstGeom>
        </p:spPr>
      </p:pic>
    </p:spTree>
    <p:extLst>
      <p:ext uri="{BB962C8B-B14F-4D97-AF65-F5344CB8AC3E}">
        <p14:creationId xmlns:p14="http://schemas.microsoft.com/office/powerpoint/2010/main" val="12983510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White w/ Right Sidebar Bi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6240000" y="0"/>
            <a:ext cx="5952001"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3" y="332712"/>
            <a:ext cx="5545137" cy="504000"/>
          </a:xfrm>
        </p:spPr>
        <p:txBody>
          <a:bodyPr/>
          <a:lstStyle/>
          <a:p>
            <a:r>
              <a:rPr lang="en-US" dirty="0"/>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2518689" cy="4895850"/>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3433312" y="1341438"/>
            <a:ext cx="2518689" cy="4895850"/>
          </a:xfrm>
        </p:spPr>
        <p:txBody>
          <a:bodyPr>
            <a:no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6672000" y="1341438"/>
            <a:ext cx="5184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2804448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 Fancy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79171" y="2316956"/>
            <a:ext cx="2104165"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Content Placeholder 12">
            <a:extLst>
              <a:ext uri="{FF2B5EF4-FFF2-40B4-BE49-F238E27FC236}">
                <a16:creationId xmlns:a16="http://schemas.microsoft.com/office/drawing/2014/main" id="{C02FF10D-154D-A558-2232-812020FC22CB}"/>
              </a:ext>
            </a:extLst>
          </p:cNvPr>
          <p:cNvSpPr>
            <a:spLocks noGrp="1"/>
          </p:cNvSpPr>
          <p:nvPr>
            <p:ph sz="quarter" idx="23"/>
          </p:nvPr>
        </p:nvSpPr>
        <p:spPr>
          <a:xfrm>
            <a:off x="540498" y="1341161"/>
            <a:ext cx="2194560"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19" name="Content Placeholder 12">
            <a:extLst>
              <a:ext uri="{FF2B5EF4-FFF2-40B4-BE49-F238E27FC236}">
                <a16:creationId xmlns:a16="http://schemas.microsoft.com/office/drawing/2014/main" id="{1248061D-F245-578A-5D17-5A1013D0826F}"/>
              </a:ext>
            </a:extLst>
          </p:cNvPr>
          <p:cNvSpPr>
            <a:spLocks noGrp="1"/>
          </p:cNvSpPr>
          <p:nvPr>
            <p:ph sz="quarter" idx="24"/>
          </p:nvPr>
        </p:nvSpPr>
        <p:spPr>
          <a:xfrm>
            <a:off x="2842368" y="2316956"/>
            <a:ext cx="2104165"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0" name="Content Placeholder 12">
            <a:extLst>
              <a:ext uri="{FF2B5EF4-FFF2-40B4-BE49-F238E27FC236}">
                <a16:creationId xmlns:a16="http://schemas.microsoft.com/office/drawing/2014/main" id="{A0B5E152-97FA-ACDE-8602-17B057339C46}"/>
              </a:ext>
            </a:extLst>
          </p:cNvPr>
          <p:cNvSpPr>
            <a:spLocks noGrp="1"/>
          </p:cNvSpPr>
          <p:nvPr>
            <p:ph sz="quarter" idx="25"/>
          </p:nvPr>
        </p:nvSpPr>
        <p:spPr>
          <a:xfrm>
            <a:off x="2803695" y="1341161"/>
            <a:ext cx="2194560"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21" name="Content Placeholder 12">
            <a:extLst>
              <a:ext uri="{FF2B5EF4-FFF2-40B4-BE49-F238E27FC236}">
                <a16:creationId xmlns:a16="http://schemas.microsoft.com/office/drawing/2014/main" id="{4779E912-7F5C-EE46-5F1F-D5ED299A7842}"/>
              </a:ext>
            </a:extLst>
          </p:cNvPr>
          <p:cNvSpPr>
            <a:spLocks noGrp="1"/>
          </p:cNvSpPr>
          <p:nvPr>
            <p:ph sz="quarter" idx="26"/>
          </p:nvPr>
        </p:nvSpPr>
        <p:spPr>
          <a:xfrm>
            <a:off x="5105565" y="2316956"/>
            <a:ext cx="2104165"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2" name="Content Placeholder 12">
            <a:extLst>
              <a:ext uri="{FF2B5EF4-FFF2-40B4-BE49-F238E27FC236}">
                <a16:creationId xmlns:a16="http://schemas.microsoft.com/office/drawing/2014/main" id="{7B2D61AE-7AF6-FF55-7044-05DA8B08A164}"/>
              </a:ext>
            </a:extLst>
          </p:cNvPr>
          <p:cNvSpPr>
            <a:spLocks noGrp="1"/>
          </p:cNvSpPr>
          <p:nvPr>
            <p:ph sz="quarter" idx="27"/>
          </p:nvPr>
        </p:nvSpPr>
        <p:spPr>
          <a:xfrm>
            <a:off x="5066892" y="1341161"/>
            <a:ext cx="2194560"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23" name="Content Placeholder 12">
            <a:extLst>
              <a:ext uri="{FF2B5EF4-FFF2-40B4-BE49-F238E27FC236}">
                <a16:creationId xmlns:a16="http://schemas.microsoft.com/office/drawing/2014/main" id="{46CB24CE-A94C-56EE-FD12-4AF6B36586E4}"/>
              </a:ext>
            </a:extLst>
          </p:cNvPr>
          <p:cNvSpPr>
            <a:spLocks noGrp="1"/>
          </p:cNvSpPr>
          <p:nvPr>
            <p:ph sz="quarter" idx="28"/>
          </p:nvPr>
        </p:nvSpPr>
        <p:spPr>
          <a:xfrm>
            <a:off x="7368762" y="2316956"/>
            <a:ext cx="2104165"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4" name="Content Placeholder 12">
            <a:extLst>
              <a:ext uri="{FF2B5EF4-FFF2-40B4-BE49-F238E27FC236}">
                <a16:creationId xmlns:a16="http://schemas.microsoft.com/office/drawing/2014/main" id="{3D1EA570-D6FA-8AE6-34D2-8B48A4FCC4D6}"/>
              </a:ext>
            </a:extLst>
          </p:cNvPr>
          <p:cNvSpPr>
            <a:spLocks noGrp="1"/>
          </p:cNvSpPr>
          <p:nvPr>
            <p:ph sz="quarter" idx="29"/>
          </p:nvPr>
        </p:nvSpPr>
        <p:spPr>
          <a:xfrm>
            <a:off x="7330089" y="1341161"/>
            <a:ext cx="2194560"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6" name="Content Placeholder 12">
            <a:extLst>
              <a:ext uri="{FF2B5EF4-FFF2-40B4-BE49-F238E27FC236}">
                <a16:creationId xmlns:a16="http://schemas.microsoft.com/office/drawing/2014/main" id="{E1C152C6-4B50-CF90-C6A1-6121AC6FF96E}"/>
              </a:ext>
            </a:extLst>
          </p:cNvPr>
          <p:cNvSpPr>
            <a:spLocks noGrp="1"/>
          </p:cNvSpPr>
          <p:nvPr>
            <p:ph sz="quarter" idx="30"/>
          </p:nvPr>
        </p:nvSpPr>
        <p:spPr>
          <a:xfrm>
            <a:off x="9631959" y="2316956"/>
            <a:ext cx="2104165"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7" name="Content Placeholder 12">
            <a:extLst>
              <a:ext uri="{FF2B5EF4-FFF2-40B4-BE49-F238E27FC236}">
                <a16:creationId xmlns:a16="http://schemas.microsoft.com/office/drawing/2014/main" id="{BE9CEB31-6907-B191-42A7-4DC4609DBEAE}"/>
              </a:ext>
            </a:extLst>
          </p:cNvPr>
          <p:cNvSpPr>
            <a:spLocks noGrp="1"/>
          </p:cNvSpPr>
          <p:nvPr>
            <p:ph sz="quarter" idx="31"/>
          </p:nvPr>
        </p:nvSpPr>
        <p:spPr>
          <a:xfrm>
            <a:off x="9593286" y="1341161"/>
            <a:ext cx="2194560"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Tree>
    <p:extLst>
      <p:ext uri="{BB962C8B-B14F-4D97-AF65-F5344CB8AC3E}">
        <p14:creationId xmlns:p14="http://schemas.microsoft.com/office/powerpoint/2010/main" val="122563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22" presetClass="entr" presetSubtype="1"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up)">
                      <p:cBhvr>
                        <p:cTn dur="500"/>
                        <p:tgtEl>
                          <p:spTgt spid="13"/>
                        </p:tgtEl>
                      </p:cBhvr>
                    </p:animEffect>
                  </p:childTnLst>
                </p:cTn>
              </p:par>
            </p:tnLst>
          </p:tmpl>
        </p:tmplLst>
      </p:bldP>
      <p:bldP spid="19" grpId="0" animBg="1">
        <p:tmplLst>
          <p:tmpl>
            <p:tnLst>
              <p:par>
                <p:cTn presetID="22" presetClass="entr" presetSubtype="1" fill="hold" nodeType="click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up)">
                      <p:cBhvr>
                        <p:cTn dur="500"/>
                        <p:tgtEl>
                          <p:spTgt spid="19"/>
                        </p:tgtEl>
                      </p:cBhvr>
                    </p:animEffect>
                  </p:childTnLst>
                </p:cTn>
              </p:par>
            </p:tnLst>
          </p:tmpl>
        </p:tmplLst>
      </p:bldP>
      <p:bldP spid="21" grpId="0" animBg="1">
        <p:tmplLst>
          <p:tmpl>
            <p:tnLst>
              <p:par>
                <p:cTn presetID="22" presetClass="entr" presetSubtype="1"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up)">
                      <p:cBhvr>
                        <p:cTn dur="500"/>
                        <p:tgtEl>
                          <p:spTgt spid="21"/>
                        </p:tgtEl>
                      </p:cBhvr>
                    </p:animEffect>
                  </p:childTnLst>
                </p:cTn>
              </p:par>
            </p:tnLst>
          </p:tmpl>
        </p:tmplLst>
      </p:bldP>
      <p:bldP spid="23" grpId="0" animBg="1">
        <p:tmplLst>
          <p:tmpl>
            <p:tnLst>
              <p:par>
                <p:cTn presetID="22" presetClass="entr" presetSubtype="1"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up)">
                      <p:cBhvr>
                        <p:cTn dur="500"/>
                        <p:tgtEl>
                          <p:spTgt spid="23"/>
                        </p:tgtEl>
                      </p:cBhvr>
                    </p:animEffect>
                  </p:childTnLst>
                </p:cTn>
              </p:par>
            </p:tnLst>
          </p:tmpl>
        </p:tmplLst>
      </p:bldP>
      <p:bldP spid="6" grpId="0" animBg="1">
        <p:tmplLst>
          <p:tmpl>
            <p:tnLst>
              <p:par>
                <p:cTn presetID="22" presetClass="entr" presetSubtype="1"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up)">
                      <p:cBhvr>
                        <p:cTn dur="500"/>
                        <p:tgtEl>
                          <p:spTgt spid="6"/>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Fancy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79172" y="2316956"/>
            <a:ext cx="2610384"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Content Placeholder 12">
            <a:extLst>
              <a:ext uri="{FF2B5EF4-FFF2-40B4-BE49-F238E27FC236}">
                <a16:creationId xmlns:a16="http://schemas.microsoft.com/office/drawing/2014/main" id="{C02FF10D-154D-A558-2232-812020FC22CB}"/>
              </a:ext>
            </a:extLst>
          </p:cNvPr>
          <p:cNvSpPr>
            <a:spLocks noGrp="1"/>
          </p:cNvSpPr>
          <p:nvPr>
            <p:ph sz="quarter" idx="23"/>
          </p:nvPr>
        </p:nvSpPr>
        <p:spPr>
          <a:xfrm>
            <a:off x="540498" y="1341161"/>
            <a:ext cx="2687732"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19" name="Content Placeholder 12">
            <a:extLst>
              <a:ext uri="{FF2B5EF4-FFF2-40B4-BE49-F238E27FC236}">
                <a16:creationId xmlns:a16="http://schemas.microsoft.com/office/drawing/2014/main" id="{1248061D-F245-578A-5D17-5A1013D0826F}"/>
              </a:ext>
            </a:extLst>
          </p:cNvPr>
          <p:cNvSpPr>
            <a:spLocks noGrp="1"/>
          </p:cNvSpPr>
          <p:nvPr>
            <p:ph sz="quarter" idx="24"/>
          </p:nvPr>
        </p:nvSpPr>
        <p:spPr>
          <a:xfrm>
            <a:off x="3423051" y="2316956"/>
            <a:ext cx="2610384"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0" name="Content Placeholder 12">
            <a:extLst>
              <a:ext uri="{FF2B5EF4-FFF2-40B4-BE49-F238E27FC236}">
                <a16:creationId xmlns:a16="http://schemas.microsoft.com/office/drawing/2014/main" id="{A0B5E152-97FA-ACDE-8602-17B057339C46}"/>
              </a:ext>
            </a:extLst>
          </p:cNvPr>
          <p:cNvSpPr>
            <a:spLocks noGrp="1"/>
          </p:cNvSpPr>
          <p:nvPr>
            <p:ph sz="quarter" idx="25"/>
          </p:nvPr>
        </p:nvSpPr>
        <p:spPr>
          <a:xfrm>
            <a:off x="3384377" y="1341161"/>
            <a:ext cx="2687732"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21" name="Content Placeholder 12">
            <a:extLst>
              <a:ext uri="{FF2B5EF4-FFF2-40B4-BE49-F238E27FC236}">
                <a16:creationId xmlns:a16="http://schemas.microsoft.com/office/drawing/2014/main" id="{4779E912-7F5C-EE46-5F1F-D5ED299A7842}"/>
              </a:ext>
            </a:extLst>
          </p:cNvPr>
          <p:cNvSpPr>
            <a:spLocks noGrp="1"/>
          </p:cNvSpPr>
          <p:nvPr>
            <p:ph sz="quarter" idx="26"/>
          </p:nvPr>
        </p:nvSpPr>
        <p:spPr>
          <a:xfrm>
            <a:off x="6266930" y="2316956"/>
            <a:ext cx="2610384"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2" name="Content Placeholder 12">
            <a:extLst>
              <a:ext uri="{FF2B5EF4-FFF2-40B4-BE49-F238E27FC236}">
                <a16:creationId xmlns:a16="http://schemas.microsoft.com/office/drawing/2014/main" id="{7B2D61AE-7AF6-FF55-7044-05DA8B08A164}"/>
              </a:ext>
            </a:extLst>
          </p:cNvPr>
          <p:cNvSpPr>
            <a:spLocks noGrp="1"/>
          </p:cNvSpPr>
          <p:nvPr>
            <p:ph sz="quarter" idx="27"/>
          </p:nvPr>
        </p:nvSpPr>
        <p:spPr>
          <a:xfrm>
            <a:off x="6228256" y="1341161"/>
            <a:ext cx="2687732"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23" name="Content Placeholder 12">
            <a:extLst>
              <a:ext uri="{FF2B5EF4-FFF2-40B4-BE49-F238E27FC236}">
                <a16:creationId xmlns:a16="http://schemas.microsoft.com/office/drawing/2014/main" id="{46CB24CE-A94C-56EE-FD12-4AF6B36586E4}"/>
              </a:ext>
            </a:extLst>
          </p:cNvPr>
          <p:cNvSpPr>
            <a:spLocks noGrp="1"/>
          </p:cNvSpPr>
          <p:nvPr>
            <p:ph sz="quarter" idx="28"/>
          </p:nvPr>
        </p:nvSpPr>
        <p:spPr>
          <a:xfrm>
            <a:off x="9110808" y="2316956"/>
            <a:ext cx="2610384"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4" name="Content Placeholder 12">
            <a:extLst>
              <a:ext uri="{FF2B5EF4-FFF2-40B4-BE49-F238E27FC236}">
                <a16:creationId xmlns:a16="http://schemas.microsoft.com/office/drawing/2014/main" id="{3D1EA570-D6FA-8AE6-34D2-8B48A4FCC4D6}"/>
              </a:ext>
            </a:extLst>
          </p:cNvPr>
          <p:cNvSpPr>
            <a:spLocks noGrp="1"/>
          </p:cNvSpPr>
          <p:nvPr>
            <p:ph sz="quarter" idx="29"/>
          </p:nvPr>
        </p:nvSpPr>
        <p:spPr>
          <a:xfrm>
            <a:off x="9072134" y="1341161"/>
            <a:ext cx="2687732"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4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Tree>
    <p:extLst>
      <p:ext uri="{BB962C8B-B14F-4D97-AF65-F5344CB8AC3E}">
        <p14:creationId xmlns:p14="http://schemas.microsoft.com/office/powerpoint/2010/main" val="105175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22" presetClass="entr" presetSubtype="1"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up)">
                      <p:cBhvr>
                        <p:cTn dur="500"/>
                        <p:tgtEl>
                          <p:spTgt spid="13"/>
                        </p:tgtEl>
                      </p:cBhvr>
                    </p:animEffect>
                  </p:childTnLst>
                </p:cTn>
              </p:par>
            </p:tnLst>
          </p:tmpl>
        </p:tmplLst>
      </p:bldP>
      <p:bldP spid="19" grpId="0" animBg="1">
        <p:tmplLst>
          <p:tmpl>
            <p:tnLst>
              <p:par>
                <p:cTn presetID="22" presetClass="entr" presetSubtype="1" fill="hold" nodeType="click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up)">
                      <p:cBhvr>
                        <p:cTn dur="500"/>
                        <p:tgtEl>
                          <p:spTgt spid="19"/>
                        </p:tgtEl>
                      </p:cBhvr>
                    </p:animEffect>
                  </p:childTnLst>
                </p:cTn>
              </p:par>
            </p:tnLst>
          </p:tmpl>
        </p:tmplLst>
      </p:bldP>
      <p:bldP spid="21" grpId="0" animBg="1">
        <p:tmplLst>
          <p:tmpl>
            <p:tnLst>
              <p:par>
                <p:cTn presetID="22" presetClass="entr" presetSubtype="1"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up)">
                      <p:cBhvr>
                        <p:cTn dur="500"/>
                        <p:tgtEl>
                          <p:spTgt spid="21"/>
                        </p:tgtEl>
                      </p:cBhvr>
                    </p:animEffect>
                  </p:childTnLst>
                </p:cTn>
              </p:par>
            </p:tnLst>
          </p:tmpl>
        </p:tmplLst>
      </p:bldP>
      <p:bldP spid="23" grpId="0" animBg="1">
        <p:tmplLst>
          <p:tmpl>
            <p:tnLst>
              <p:par>
                <p:cTn presetID="22" presetClass="entr" presetSubtype="1"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up)">
                      <p:cBhvr>
                        <p:cTn dur="500"/>
                        <p:tgtEl>
                          <p:spTgt spid="23"/>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Fancy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79172" y="2316956"/>
            <a:ext cx="3489326"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Content Placeholder 12">
            <a:extLst>
              <a:ext uri="{FF2B5EF4-FFF2-40B4-BE49-F238E27FC236}">
                <a16:creationId xmlns:a16="http://schemas.microsoft.com/office/drawing/2014/main" id="{C02FF10D-154D-A558-2232-812020FC22CB}"/>
              </a:ext>
            </a:extLst>
          </p:cNvPr>
          <p:cNvSpPr>
            <a:spLocks noGrp="1"/>
          </p:cNvSpPr>
          <p:nvPr>
            <p:ph sz="quarter" idx="23"/>
          </p:nvPr>
        </p:nvSpPr>
        <p:spPr>
          <a:xfrm>
            <a:off x="540498" y="1341161"/>
            <a:ext cx="3592718"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8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19" name="Content Placeholder 12">
            <a:extLst>
              <a:ext uri="{FF2B5EF4-FFF2-40B4-BE49-F238E27FC236}">
                <a16:creationId xmlns:a16="http://schemas.microsoft.com/office/drawing/2014/main" id="{1248061D-F245-578A-5D17-5A1013D0826F}"/>
              </a:ext>
            </a:extLst>
          </p:cNvPr>
          <p:cNvSpPr>
            <a:spLocks noGrp="1"/>
          </p:cNvSpPr>
          <p:nvPr>
            <p:ph sz="quarter" idx="24"/>
          </p:nvPr>
        </p:nvSpPr>
        <p:spPr>
          <a:xfrm>
            <a:off x="4400923" y="2316956"/>
            <a:ext cx="3489326"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0" name="Content Placeholder 12">
            <a:extLst>
              <a:ext uri="{FF2B5EF4-FFF2-40B4-BE49-F238E27FC236}">
                <a16:creationId xmlns:a16="http://schemas.microsoft.com/office/drawing/2014/main" id="{A0B5E152-97FA-ACDE-8602-17B057339C46}"/>
              </a:ext>
            </a:extLst>
          </p:cNvPr>
          <p:cNvSpPr>
            <a:spLocks noGrp="1"/>
          </p:cNvSpPr>
          <p:nvPr>
            <p:ph sz="quarter" idx="25"/>
          </p:nvPr>
        </p:nvSpPr>
        <p:spPr>
          <a:xfrm>
            <a:off x="4362249" y="1341161"/>
            <a:ext cx="3592718"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8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21" name="Content Placeholder 12">
            <a:extLst>
              <a:ext uri="{FF2B5EF4-FFF2-40B4-BE49-F238E27FC236}">
                <a16:creationId xmlns:a16="http://schemas.microsoft.com/office/drawing/2014/main" id="{4779E912-7F5C-EE46-5F1F-D5ED299A7842}"/>
              </a:ext>
            </a:extLst>
          </p:cNvPr>
          <p:cNvSpPr>
            <a:spLocks noGrp="1"/>
          </p:cNvSpPr>
          <p:nvPr>
            <p:ph sz="quarter" idx="26"/>
          </p:nvPr>
        </p:nvSpPr>
        <p:spPr>
          <a:xfrm>
            <a:off x="8222674" y="2316956"/>
            <a:ext cx="3489326"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2" name="Content Placeholder 12">
            <a:extLst>
              <a:ext uri="{FF2B5EF4-FFF2-40B4-BE49-F238E27FC236}">
                <a16:creationId xmlns:a16="http://schemas.microsoft.com/office/drawing/2014/main" id="{7B2D61AE-7AF6-FF55-7044-05DA8B08A164}"/>
              </a:ext>
            </a:extLst>
          </p:cNvPr>
          <p:cNvSpPr>
            <a:spLocks noGrp="1"/>
          </p:cNvSpPr>
          <p:nvPr>
            <p:ph sz="quarter" idx="27"/>
          </p:nvPr>
        </p:nvSpPr>
        <p:spPr>
          <a:xfrm>
            <a:off x="8184000" y="1341161"/>
            <a:ext cx="3592718"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8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Tree>
    <p:extLst>
      <p:ext uri="{BB962C8B-B14F-4D97-AF65-F5344CB8AC3E}">
        <p14:creationId xmlns:p14="http://schemas.microsoft.com/office/powerpoint/2010/main" val="120315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22" presetClass="entr" presetSubtype="1"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up)">
                      <p:cBhvr>
                        <p:cTn dur="500"/>
                        <p:tgtEl>
                          <p:spTgt spid="13"/>
                        </p:tgtEl>
                      </p:cBhvr>
                    </p:animEffect>
                  </p:childTnLst>
                </p:cTn>
              </p:par>
            </p:tnLst>
          </p:tmpl>
        </p:tmplLst>
      </p:bldP>
      <p:bldP spid="19" grpId="0" animBg="1">
        <p:tmplLst>
          <p:tmpl>
            <p:tnLst>
              <p:par>
                <p:cTn presetID="22" presetClass="entr" presetSubtype="1" fill="hold" nodeType="click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up)">
                      <p:cBhvr>
                        <p:cTn dur="500"/>
                        <p:tgtEl>
                          <p:spTgt spid="19"/>
                        </p:tgtEl>
                      </p:cBhvr>
                    </p:animEffect>
                  </p:childTnLst>
                </p:cTn>
              </p:par>
            </p:tnLst>
          </p:tmpl>
        </p:tmplLst>
      </p:bldP>
      <p:bldP spid="21" grpId="0" animBg="1">
        <p:tmplLst>
          <p:tmpl>
            <p:tnLst>
              <p:par>
                <p:cTn presetID="22" presetClass="entr" presetSubtype="1"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up)">
                      <p:cBhvr>
                        <p:cTn dur="500"/>
                        <p:tgtEl>
                          <p:spTgt spid="21"/>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Fancy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79171" y="2316956"/>
            <a:ext cx="5262155"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4" name="Content Placeholder 12">
            <a:extLst>
              <a:ext uri="{FF2B5EF4-FFF2-40B4-BE49-F238E27FC236}">
                <a16:creationId xmlns:a16="http://schemas.microsoft.com/office/drawing/2014/main" id="{C02FF10D-154D-A558-2232-812020FC22CB}"/>
              </a:ext>
            </a:extLst>
          </p:cNvPr>
          <p:cNvSpPr>
            <a:spLocks noGrp="1"/>
          </p:cNvSpPr>
          <p:nvPr>
            <p:ph sz="quarter" idx="23"/>
          </p:nvPr>
        </p:nvSpPr>
        <p:spPr>
          <a:xfrm>
            <a:off x="540498" y="1341161"/>
            <a:ext cx="5339502"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8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
        <p:nvSpPr>
          <p:cNvPr id="19" name="Content Placeholder 12">
            <a:extLst>
              <a:ext uri="{FF2B5EF4-FFF2-40B4-BE49-F238E27FC236}">
                <a16:creationId xmlns:a16="http://schemas.microsoft.com/office/drawing/2014/main" id="{1248061D-F245-578A-5D17-5A1013D0826F}"/>
              </a:ext>
            </a:extLst>
          </p:cNvPr>
          <p:cNvSpPr>
            <a:spLocks noGrp="1"/>
          </p:cNvSpPr>
          <p:nvPr>
            <p:ph sz="quarter" idx="24"/>
          </p:nvPr>
        </p:nvSpPr>
        <p:spPr>
          <a:xfrm>
            <a:off x="6350675" y="2316956"/>
            <a:ext cx="5262154" cy="3920010"/>
          </a:xfrm>
          <a:prstGeom prst="roundRect">
            <a:avLst>
              <a:gd name="adj" fmla="val 3204"/>
            </a:avLst>
          </a:prstGeom>
          <a:gradFill>
            <a:gsLst>
              <a:gs pos="0">
                <a:schemeClr val="accent2">
                  <a:alpha val="0"/>
                </a:schemeClr>
              </a:gs>
              <a:gs pos="100000">
                <a:schemeClr val="accent2">
                  <a:alpha val="50000"/>
                </a:schemeClr>
              </a:gs>
            </a:gsLst>
            <a:lin ang="5400000" scaled="1"/>
          </a:gradFill>
          <a:ln>
            <a:solidFill>
              <a:schemeClr val="tx1"/>
            </a:solidFill>
          </a:ln>
        </p:spPr>
        <p:txBody>
          <a:bodyPr lIns="182880" tIns="274320" rIns="182880"/>
          <a:lstStyle>
            <a:lvl1pPr algn="l">
              <a:defRPr sz="1800" b="0"/>
            </a:lvl1pPr>
            <a:lvl2pPr algn="l">
              <a:defRPr sz="1600" b="0"/>
            </a:lvl2pPr>
            <a:lvl3pPr algn="l">
              <a:defRPr sz="1200" b="0"/>
            </a:lvl3pPr>
          </a:lstStyle>
          <a:p>
            <a:pPr lvl="0"/>
            <a:r>
              <a:rPr lang="en-US" dirty="0"/>
              <a:t>Click to edit</a:t>
            </a:r>
          </a:p>
          <a:p>
            <a:pPr lvl="1"/>
            <a:r>
              <a:rPr lang="en-US" dirty="0"/>
              <a:t>Second level</a:t>
            </a:r>
          </a:p>
          <a:p>
            <a:pPr lvl="2"/>
            <a:r>
              <a:rPr lang="en-US" dirty="0"/>
              <a:t>Third level</a:t>
            </a:r>
          </a:p>
        </p:txBody>
      </p:sp>
      <p:sp>
        <p:nvSpPr>
          <p:cNvPr id="20" name="Content Placeholder 12">
            <a:extLst>
              <a:ext uri="{FF2B5EF4-FFF2-40B4-BE49-F238E27FC236}">
                <a16:creationId xmlns:a16="http://schemas.microsoft.com/office/drawing/2014/main" id="{A0B5E152-97FA-ACDE-8602-17B057339C46}"/>
              </a:ext>
            </a:extLst>
          </p:cNvPr>
          <p:cNvSpPr>
            <a:spLocks noGrp="1"/>
          </p:cNvSpPr>
          <p:nvPr>
            <p:ph sz="quarter" idx="25"/>
          </p:nvPr>
        </p:nvSpPr>
        <p:spPr>
          <a:xfrm>
            <a:off x="6312002" y="1341161"/>
            <a:ext cx="5339502" cy="1132652"/>
          </a:xfrm>
          <a:prstGeom prst="roundRect">
            <a:avLst>
              <a:gd name="adj" fmla="val 6679"/>
            </a:avLst>
          </a:prstGeom>
          <a:solidFill>
            <a:schemeClr val="tx1"/>
          </a:solidFill>
          <a:ln>
            <a:solidFill>
              <a:schemeClr val="tx1"/>
            </a:solidFill>
          </a:ln>
        </p:spPr>
        <p:txBody>
          <a:bodyPr tIns="91440" anchor="ctr" anchorCtr="0"/>
          <a:lstStyle>
            <a:lvl1pPr algn="ctr">
              <a:lnSpc>
                <a:spcPct val="80000"/>
              </a:lnSpc>
              <a:defRPr sz="2800">
                <a:solidFill>
                  <a:schemeClr val="bg1"/>
                </a:solidFill>
              </a:defRPr>
            </a:lvl1pPr>
            <a:lvl2pPr algn="ctr">
              <a:defRPr sz="2000">
                <a:solidFill>
                  <a:schemeClr val="bg1"/>
                </a:solidFill>
              </a:defRPr>
            </a:lvl2pPr>
            <a:lvl3pPr algn="ctr">
              <a:defRPr sz="1600">
                <a:solidFill>
                  <a:schemeClr val="bg1"/>
                </a:solidFill>
              </a:defRPr>
            </a:lvl3pPr>
          </a:lstStyle>
          <a:p>
            <a:pPr lvl="0"/>
            <a:r>
              <a:rPr lang="en-US" dirty="0"/>
              <a:t>Click to edit</a:t>
            </a:r>
          </a:p>
        </p:txBody>
      </p:sp>
    </p:spTree>
    <p:extLst>
      <p:ext uri="{BB962C8B-B14F-4D97-AF65-F5344CB8AC3E}">
        <p14:creationId xmlns:p14="http://schemas.microsoft.com/office/powerpoint/2010/main" val="335996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tmplLst>
          <p:tmpl>
            <p:tnLst>
              <p:par>
                <p:cTn presetID="22" presetClass="entr" presetSubtype="1"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up)">
                      <p:cBhvr>
                        <p:cTn dur="500"/>
                        <p:tgtEl>
                          <p:spTgt spid="13"/>
                        </p:tgtEl>
                      </p:cBhvr>
                    </p:animEffect>
                  </p:childTnLst>
                </p:cTn>
              </p:par>
            </p:tnLst>
          </p:tmpl>
        </p:tmplLst>
      </p:bldP>
      <p:bldP spid="19" grpId="0" animBg="1">
        <p:tmplLst>
          <p:tmpl>
            <p:tnLst>
              <p:par>
                <p:cTn presetID="22" presetClass="entr" presetSubtype="1" fill="hold" nodeType="click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up)">
                      <p:cBhvr>
                        <p:cTn dur="500"/>
                        <p:tgtEl>
                          <p:spTgt spid="19"/>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Image 2 Text Placehol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696030" y="1341116"/>
            <a:ext cx="5184496"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312000" y="1340769"/>
            <a:ext cx="5182870"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696030" y="3789040"/>
            <a:ext cx="5184496" cy="2448248"/>
          </a:xfrm>
        </p:spPr>
        <p:txBody>
          <a:bodyPr/>
          <a:lstStyle/>
          <a:p>
            <a:pPr lvl="0"/>
            <a:r>
              <a:rPr lang="en-US" dirty="0"/>
              <a:t>Click to edit Master text styles</a:t>
            </a:r>
          </a:p>
          <a:p>
            <a:pPr lvl="1"/>
            <a:r>
              <a:rPr lang="en-US" dirty="0"/>
              <a:t>Second level</a:t>
            </a:r>
          </a:p>
          <a:p>
            <a:pPr lvl="2"/>
            <a:r>
              <a:rPr lang="en-US" dirty="0"/>
              <a:t>Third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312000" y="3789040"/>
            <a:ext cx="5182870" cy="2448248"/>
          </a:xfrm>
        </p:spPr>
        <p:txBody>
          <a:bodyPr/>
          <a:lstStyle/>
          <a:p>
            <a:pPr lvl="0"/>
            <a:r>
              <a:rPr lang="en-US" dirty="0"/>
              <a:t>Click to edit Master text styles</a:t>
            </a:r>
          </a:p>
          <a:p>
            <a:pPr lvl="1"/>
            <a:r>
              <a:rPr lang="en-US" dirty="0"/>
              <a:t>Second level</a:t>
            </a:r>
          </a:p>
          <a:p>
            <a:pPr lvl="2"/>
            <a:r>
              <a:rPr lang="en-US" dirty="0"/>
              <a:t>Third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50816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Image 3 Text Placehol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695777" y="1341463"/>
            <a:ext cx="3311752"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439585" y="1341116"/>
            <a:ext cx="3311752"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695777" y="3789040"/>
            <a:ext cx="3311752" cy="2447925"/>
          </a:xfrm>
        </p:spPr>
        <p:txBody>
          <a:bodyPr/>
          <a:lstStyle/>
          <a:p>
            <a:pPr lvl="0"/>
            <a:r>
              <a:rPr lang="en-US" dirty="0"/>
              <a:t>Click to edit Master text</a:t>
            </a:r>
          </a:p>
          <a:p>
            <a:pPr lvl="1"/>
            <a:r>
              <a:rPr lang="en-US" dirty="0"/>
              <a:t>Second level</a:t>
            </a:r>
          </a:p>
          <a:p>
            <a:pPr lvl="2"/>
            <a:r>
              <a:rPr lang="en-US" dirty="0"/>
              <a:t>Third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439585" y="3789040"/>
            <a:ext cx="3311752" cy="2447925"/>
          </a:xfrm>
        </p:spPr>
        <p:txBody>
          <a:bodyPr/>
          <a:lstStyle/>
          <a:p>
            <a:pPr lvl="0"/>
            <a:r>
              <a:rPr lang="en-US" dirty="0"/>
              <a:t>Click to edit Master text</a:t>
            </a:r>
          </a:p>
          <a:p>
            <a:pPr lvl="1"/>
            <a:r>
              <a:rPr lang="en-US" dirty="0"/>
              <a:t>Second level</a:t>
            </a:r>
          </a:p>
          <a:p>
            <a:pPr lvl="2"/>
            <a:r>
              <a:rPr lang="en-US" dirty="0"/>
              <a:t>Third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184001" y="1341116"/>
            <a:ext cx="3311752"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184001" y="3789040"/>
            <a:ext cx="3311752" cy="2447925"/>
          </a:xfrm>
        </p:spPr>
        <p:txBody>
          <a:bodyPr/>
          <a:lstStyle/>
          <a:p>
            <a:pPr lvl="0"/>
            <a:r>
              <a:rPr lang="en-US" dirty="0"/>
              <a:t>Click to edit Master text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947056-0F06-C2EC-9F22-37F9D907D671}"/>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8090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Image 4 Text Placehol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623009" y="1341439"/>
            <a:ext cx="2520664"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623009" y="3789040"/>
            <a:ext cx="2520664" cy="2447925"/>
          </a:xfrm>
        </p:spPr>
        <p:txBody>
          <a:bodyPr/>
          <a:lstStyle/>
          <a:p>
            <a:pPr lvl="0"/>
            <a:r>
              <a:rPr lang="en-US" dirty="0"/>
              <a:t>Click to edit</a:t>
            </a:r>
          </a:p>
          <a:p>
            <a:pPr lvl="1"/>
            <a:r>
              <a:rPr lang="en-US" dirty="0"/>
              <a:t>Second level</a:t>
            </a:r>
          </a:p>
          <a:p>
            <a:pPr lvl="2"/>
            <a:r>
              <a:rPr lang="en-US" dirty="0"/>
              <a:t>Third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430712" y="1341439"/>
            <a:ext cx="2520664"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430712" y="3789040"/>
            <a:ext cx="2520664" cy="2447925"/>
          </a:xfrm>
        </p:spPr>
        <p:txBody>
          <a:bodyPr/>
          <a:lstStyle/>
          <a:p>
            <a:pPr lvl="0"/>
            <a:r>
              <a:rPr lang="en-US" dirty="0"/>
              <a:t>Click to edit</a:t>
            </a:r>
          </a:p>
          <a:p>
            <a:pPr lvl="1"/>
            <a:r>
              <a:rPr lang="en-US" dirty="0"/>
              <a:t>Second level</a:t>
            </a:r>
          </a:p>
          <a:p>
            <a:pPr lvl="2"/>
            <a:r>
              <a:rPr lang="en-US" dirty="0"/>
              <a:t>Third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239024" y="1341439"/>
            <a:ext cx="2520664"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239024" y="3789040"/>
            <a:ext cx="2520664" cy="2447925"/>
          </a:xfrm>
        </p:spPr>
        <p:txBody>
          <a:bodyPr/>
          <a:lstStyle/>
          <a:p>
            <a:pPr lvl="0"/>
            <a:r>
              <a:rPr lang="en-US" dirty="0"/>
              <a:t>Click to edit</a:t>
            </a:r>
          </a:p>
          <a:p>
            <a:pPr lvl="1"/>
            <a:r>
              <a:rPr lang="en-US" dirty="0"/>
              <a:t>Second level</a:t>
            </a:r>
          </a:p>
          <a:p>
            <a:pPr lvl="2"/>
            <a:r>
              <a:rPr lang="en-US" dirty="0"/>
              <a:t>Third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9047336" y="1341439"/>
            <a:ext cx="2520664"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9047336" y="3789040"/>
            <a:ext cx="2520664" cy="2447925"/>
          </a:xfrm>
        </p:spPr>
        <p:txBody>
          <a:bodyPr/>
          <a:lstStyle/>
          <a:p>
            <a:pPr lvl="0"/>
            <a:r>
              <a:rPr lang="en-US" dirty="0"/>
              <a:t>Click to edit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896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76132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 1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lvl1pPr>
              <a:defRPr>
                <a:solidFill>
                  <a:schemeClr val="tx1"/>
                </a:solidFill>
              </a:defRPr>
            </a:lvl1pPr>
          </a:lstStyle>
          <a:p>
            <a:fld id="{5AC94115-40D6-4F9E-B464-3718F525A7D7}" type="slidenum">
              <a:rPr lang="en-US" smtClean="0"/>
              <a:pPr/>
              <a:t>‹#›</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5357384"/>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ark 2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5" y="1341438"/>
            <a:ext cx="5257124" cy="4895850"/>
          </a:xfrm>
        </p:spPr>
        <p:txBody>
          <a:bodyPr rIns="72000"/>
          <a:lstStyle/>
          <a:p>
            <a:pPr lvl="0"/>
            <a:r>
              <a:rPr lang="en-US" dirty="0"/>
              <a:t>Click to edit Master text styles</a:t>
            </a:r>
          </a:p>
          <a:p>
            <a:pPr lvl="1"/>
            <a:r>
              <a:rPr lang="en-US" dirty="0"/>
              <a:t>Second level</a:t>
            </a:r>
          </a:p>
          <a:p>
            <a:pPr lvl="2"/>
            <a:r>
              <a:rPr lang="en-US" dirty="0"/>
              <a:t>Third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383493" y="1340757"/>
            <a:ext cx="5255992" cy="4896308"/>
          </a:xfrm>
        </p:spPr>
        <p:txBody>
          <a:bodyPr rIns="72000"/>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lvl1pPr>
              <a:defRPr>
                <a:solidFill>
                  <a:schemeClr val="tx1"/>
                </a:solidFill>
              </a:defRPr>
            </a:lvl1pPr>
          </a:lstStyle>
          <a:p>
            <a:fld id="{5AC94115-40D6-4F9E-B464-3718F525A7D7}" type="slidenum">
              <a:rPr lang="en-US" smtClean="0"/>
              <a:pPr/>
              <a:t>‹#›</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00918"/>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ark 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383312" cy="4896520"/>
          </a:xfrm>
        </p:spPr>
        <p:txBody>
          <a:bodyPr rIns="72000"/>
          <a:lstStyle/>
          <a:p>
            <a:pPr lvl="0"/>
            <a:r>
              <a:rPr lang="en-US" dirty="0"/>
              <a:t>Click to edit Master text</a:t>
            </a:r>
          </a:p>
          <a:p>
            <a:pPr lvl="1"/>
            <a:r>
              <a:rPr lang="en-US" dirty="0"/>
              <a:t>Second level</a:t>
            </a:r>
          </a:p>
          <a:p>
            <a:pPr lvl="2"/>
            <a:r>
              <a:rPr lang="en-US" dirty="0"/>
              <a:t>Third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04344" y="1340768"/>
            <a:ext cx="3383312" cy="4896520"/>
          </a:xfrm>
        </p:spPr>
        <p:txBody>
          <a:bodyPr rIns="72000"/>
          <a:lstStyle/>
          <a:p>
            <a:pPr lvl="0"/>
            <a:r>
              <a:rPr lang="en-US" dirty="0"/>
              <a:t>Click to edit Master text</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257825" y="1340768"/>
            <a:ext cx="3383312" cy="4896520"/>
          </a:xfrm>
        </p:spPr>
        <p:txBody>
          <a:bodyPr rIns="72000"/>
          <a:lstStyle/>
          <a:p>
            <a:pPr lvl="0"/>
            <a:r>
              <a:rPr lang="en-US" dirty="0"/>
              <a:t>Click to edit Master text</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lvl1pPr>
              <a:defRPr>
                <a:solidFill>
                  <a:schemeClr val="tx1"/>
                </a:solidFill>
              </a:defRPr>
            </a:lvl1pPr>
          </a:lstStyle>
          <a:p>
            <a:fld id="{5AC94115-40D6-4F9E-B464-3718F525A7D7}" type="slidenum">
              <a:rPr lang="en-US" smtClean="0"/>
              <a:pPr/>
              <a:t>‹#›</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542795"/>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ark 4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dirty="0"/>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dirty="0"/>
              <a:t>Click to edit</a:t>
            </a:r>
          </a:p>
          <a:p>
            <a:pPr lvl="1"/>
            <a:r>
              <a:rPr lang="en-US" dirty="0"/>
              <a:t>Second level</a:t>
            </a:r>
          </a:p>
          <a:p>
            <a:pPr lvl="2"/>
            <a:r>
              <a:rPr lang="en-US" dirty="0"/>
              <a:t>Third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dirty="0"/>
              <a:t>Click to edit</a:t>
            </a:r>
          </a:p>
          <a:p>
            <a:pPr lvl="1"/>
            <a:r>
              <a:rPr lang="en-US" dirty="0"/>
              <a:t>Second level</a:t>
            </a:r>
          </a:p>
          <a:p>
            <a:pPr lvl="2"/>
            <a:r>
              <a:rPr lang="en-US" dirty="0"/>
              <a:t>Third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dirty="0"/>
              <a:t>Click to edit</a:t>
            </a:r>
          </a:p>
          <a:p>
            <a:pPr lvl="1"/>
            <a:r>
              <a:rPr lang="en-US" dirty="0"/>
              <a:t>Second level</a:t>
            </a:r>
          </a:p>
          <a:p>
            <a:pPr lvl="2"/>
            <a:r>
              <a:rPr lang="en-US" dirty="0"/>
              <a:t>Third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lvl1pPr>
              <a:defRPr>
                <a:solidFill>
                  <a:schemeClr val="tx1"/>
                </a:solidFill>
              </a:defRPr>
            </a:lvl1pPr>
          </a:lstStyle>
          <a:p>
            <a:fld id="{5AC94115-40D6-4F9E-B464-3718F525A7D7}" type="slidenum">
              <a:rPr lang="en-US" smtClean="0"/>
              <a:pPr/>
              <a:t>‹#›</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9156575" y="1341000"/>
            <a:ext cx="2663825" cy="4895850"/>
          </a:xfrm>
        </p:spPr>
        <p:txBody>
          <a:bodyPr>
            <a:noAutofit/>
          </a:bodyPr>
          <a:lstStyle/>
          <a:p>
            <a:pPr lvl="0"/>
            <a:r>
              <a:rPr lang="en-US" dirty="0"/>
              <a:t>Click to edit</a:t>
            </a:r>
          </a:p>
          <a:p>
            <a:pPr lvl="1"/>
            <a:r>
              <a:rPr lang="en-US" dirty="0"/>
              <a:t>Second level</a:t>
            </a:r>
          </a:p>
          <a:p>
            <a:pPr lvl="2"/>
            <a:r>
              <a:rPr lang="en-US" dirty="0"/>
              <a:t>Third level</a:t>
            </a:r>
          </a:p>
        </p:txBody>
      </p:sp>
      <p:pic>
        <p:nvPicPr>
          <p:cNvPr id="5" name="Graphic 4">
            <a:extLst>
              <a:ext uri="{FF2B5EF4-FFF2-40B4-BE49-F238E27FC236}">
                <a16:creationId xmlns:a16="http://schemas.microsoft.com/office/drawing/2014/main" id="{459B3FAB-B840-DB7F-EC3F-865B1970FB59}"/>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spTree>
    <p:extLst>
      <p:ext uri="{BB962C8B-B14F-4D97-AF65-F5344CB8AC3E}">
        <p14:creationId xmlns:p14="http://schemas.microsoft.com/office/powerpoint/2010/main" val="238465207"/>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ark Headline Only">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lvl1pPr>
              <a:defRPr>
                <a:solidFill>
                  <a:schemeClr val="tx1"/>
                </a:solidFill>
              </a:defRPr>
            </a:lvl1pPr>
          </a:lstStyle>
          <a:p>
            <a:fld id="{5AC94115-40D6-4F9E-B464-3718F525A7D7}" type="slidenum">
              <a:rPr lang="en-US" smtClean="0"/>
              <a:pPr/>
              <a:t>‹#›</a:t>
            </a:fld>
            <a:endParaRPr lang="en-US"/>
          </a:p>
        </p:txBody>
      </p:sp>
      <p:sp>
        <p:nvSpPr>
          <p:cNvPr id="3" name="Title 1">
            <a:extLst>
              <a:ext uri="{FF2B5EF4-FFF2-40B4-BE49-F238E27FC236}">
                <a16:creationId xmlns:a16="http://schemas.microsoft.com/office/drawing/2014/main" id="{8001C4E9-7069-CD55-73FA-EAA549D1B8DC}"/>
              </a:ext>
            </a:extLst>
          </p:cNvPr>
          <p:cNvSpPr>
            <a:spLocks noGrp="1"/>
          </p:cNvSpPr>
          <p:nvPr>
            <p:ph type="title"/>
          </p:nvPr>
        </p:nvSpPr>
        <p:spPr>
          <a:xfrm>
            <a:off x="550862" y="332712"/>
            <a:ext cx="9865138" cy="504000"/>
          </a:xfrm>
        </p:spPr>
        <p:txBody>
          <a:bodyPr/>
          <a:lstStyle/>
          <a:p>
            <a:r>
              <a:rPr lang="en-US" dirty="0"/>
              <a:t>Click to edit Master title style</a:t>
            </a:r>
          </a:p>
        </p:txBody>
      </p:sp>
      <p:cxnSp>
        <p:nvCxnSpPr>
          <p:cNvPr id="4" name="Straight Connector 3">
            <a:extLst>
              <a:ext uri="{FF2B5EF4-FFF2-40B4-BE49-F238E27FC236}">
                <a16:creationId xmlns:a16="http://schemas.microsoft.com/office/drawing/2014/main" id="{36EA542A-8BAB-A2C4-D243-992E385D0629}"/>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5341611"/>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lvl1pPr>
              <a:defRPr>
                <a:solidFill>
                  <a:schemeClr val="tx1"/>
                </a:solidFill>
              </a:defRPr>
            </a:lvl1pPr>
          </a:lstStyle>
          <a:p>
            <a:fld id="{5AC94115-40D6-4F9E-B464-3718F525A7D7}" type="slidenum">
              <a:rPr lang="en-US" smtClean="0"/>
              <a:pPr/>
              <a:t>‹#›</a:t>
            </a:fld>
            <a:endParaRPr lang="en-US"/>
          </a:p>
        </p:txBody>
      </p:sp>
    </p:spTree>
    <p:extLst>
      <p:ext uri="{BB962C8B-B14F-4D97-AF65-F5344CB8AC3E}">
        <p14:creationId xmlns:p14="http://schemas.microsoft.com/office/powerpoint/2010/main" val="160387385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29" Type="http://schemas.openxmlformats.org/officeDocument/2006/relationships/image" Target="../media/image3.svg"/><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A3B166F3-B7E3-8F7D-DD55-374CDD77829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Segoe UI" panose="020B0502040204020203" pitchFamily="34" charset="0"/>
              <a:cs typeface="Segoe UI" panose="020B0502040204020203" pitchFamily="34" charset="0"/>
            </a:endParaRPr>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11089754" cy="504000"/>
          </a:xfrm>
          <a:prstGeom prst="rect">
            <a:avLst/>
          </a:prstGeom>
        </p:spPr>
        <p:txBody>
          <a:bodyPr vert="horz" lIns="0" tIns="0" rIns="0" bIns="0" rtlCol="0" anchor="ctr">
            <a:noAutofit/>
          </a:bodyPr>
          <a:lstStyle/>
          <a:p>
            <a:r>
              <a:rPr lang="en-US"/>
              <a:t>Click to edit Master title style</a:t>
            </a:r>
            <a:endParaRPr lang="en-US" dirty="0"/>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1438"/>
            <a:ext cx="11088000" cy="475185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211" name="Graphic 210">
            <a:extLst>
              <a:ext uri="{FF2B5EF4-FFF2-40B4-BE49-F238E27FC236}">
                <a16:creationId xmlns:a16="http://schemas.microsoft.com/office/drawing/2014/main" id="{6AF4FEA6-CCA3-5154-98D3-775009DADAF1}"/>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0238508" y="6237352"/>
            <a:ext cx="1402108" cy="360000"/>
          </a:xfrm>
          <a:prstGeom prst="rect">
            <a:avLst/>
          </a:prstGeom>
        </p:spPr>
      </p:pic>
      <p:sp>
        <p:nvSpPr>
          <p:cNvPr id="5" name="Footer Placeholder 4">
            <a:extLst>
              <a:ext uri="{FF2B5EF4-FFF2-40B4-BE49-F238E27FC236}">
                <a16:creationId xmlns:a16="http://schemas.microsoft.com/office/drawing/2014/main" id="{C860D63A-3DCF-6F76-37D2-BB1047842876}"/>
              </a:ext>
            </a:extLst>
          </p:cNvPr>
          <p:cNvSpPr>
            <a:spLocks noGrp="1"/>
          </p:cNvSpPr>
          <p:nvPr>
            <p:ph type="ftr" sz="quarter" idx="3"/>
          </p:nvPr>
        </p:nvSpPr>
        <p:spPr>
          <a:xfrm>
            <a:off x="840000" y="6381000"/>
            <a:ext cx="1512000"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Segoe UI" panose="020B0502040204020203" pitchFamily="34" charset="0"/>
                <a:cs typeface="Segoe UI" panose="020B0502040204020203" pitchFamily="34" charset="0"/>
              </a:defRPr>
            </a:lvl1pPr>
          </a:lstStyle>
          <a:p>
            <a:r>
              <a:rPr lang="en-US"/>
              <a:t>© Solace   |   Proprietary &amp; Confidential</a:t>
            </a:r>
          </a:p>
        </p:txBody>
      </p:sp>
      <p:sp>
        <p:nvSpPr>
          <p:cNvPr id="6" name="Slide Number Placeholder 5">
            <a:extLst>
              <a:ext uri="{FF2B5EF4-FFF2-40B4-BE49-F238E27FC236}">
                <a16:creationId xmlns:a16="http://schemas.microsoft.com/office/drawing/2014/main" id="{1D2FE529-5FD5-3C60-3388-392DEFE0C9F7}"/>
              </a:ext>
            </a:extLst>
          </p:cNvPr>
          <p:cNvSpPr>
            <a:spLocks noGrp="1"/>
          </p:cNvSpPr>
          <p:nvPr>
            <p:ph type="sldNum" sz="quarter" idx="4"/>
          </p:nvPr>
        </p:nvSpPr>
        <p:spPr>
          <a:xfrm flipH="1">
            <a:off x="550862" y="6381000"/>
            <a:ext cx="216000" cy="216000"/>
          </a:xfrm>
          <a:prstGeom prst="rect">
            <a:avLst/>
          </a:prstGeom>
        </p:spPr>
        <p:txBody>
          <a:bodyPr vert="horz" lIns="0" tIns="0" rIns="0" bIns="0" rtlCol="0" anchor="ctr"/>
          <a:lstStyle>
            <a:lvl1pPr algn="ctr">
              <a:defRPr sz="800" b="1">
                <a:solidFill>
                  <a:schemeClr val="bg1"/>
                </a:solidFill>
                <a:latin typeface="Segoe UI" panose="020B0502040204020203" pitchFamily="34" charset="0"/>
                <a:cs typeface="Segoe UI" panose="020B0502040204020203" pitchFamily="34" charset="0"/>
              </a:defRPr>
            </a:lvl1pPr>
          </a:lstStyle>
          <a:p>
            <a:fld id="{059D0BDF-8BE7-4C3F-9009-83FAF1F2140A}" type="slidenum">
              <a:rPr lang="en-US" smtClean="0"/>
              <a:pPr/>
              <a:t>‹#›</a:t>
            </a:fld>
            <a:endParaRPr lang="en-US"/>
          </a:p>
        </p:txBody>
      </p:sp>
    </p:spTree>
    <p:extLst>
      <p:ext uri="{BB962C8B-B14F-4D97-AF65-F5344CB8AC3E}">
        <p14:creationId xmlns:p14="http://schemas.microsoft.com/office/powerpoint/2010/main" val="475790673"/>
      </p:ext>
    </p:extLst>
  </p:cSld>
  <p:clrMap bg1="lt1" tx1="dk1" bg2="lt2" tx2="dk2" accent1="accent1" accent2="accent2" accent3="accent3" accent4="accent4" accent5="accent5" accent6="accent6" hlink="hlink" folHlink="folHlink"/>
  <p:sldLayoutIdLst>
    <p:sldLayoutId id="2147483664" r:id="rId1"/>
    <p:sldLayoutId id="2147483667" r:id="rId2"/>
    <p:sldLayoutId id="2147483708" r:id="rId3"/>
    <p:sldLayoutId id="2147483710" r:id="rId4"/>
    <p:sldLayoutId id="2147483717" r:id="rId5"/>
    <p:sldLayoutId id="2147483716" r:id="rId6"/>
    <p:sldLayoutId id="2147483703" r:id="rId7"/>
    <p:sldLayoutId id="2147483718" r:id="rId8"/>
    <p:sldLayoutId id="2147483783" r:id="rId9"/>
    <p:sldLayoutId id="2147483784" r:id="rId10"/>
  </p:sldLayoutIdLst>
  <p:hf hdr="0" dt="0"/>
  <p:txStyles>
    <p:titleStyle>
      <a:lvl1pPr algn="l" defTabSz="914400" rtl="0" eaLnBrk="1" latinLnBrk="0" hangingPunct="1">
        <a:lnSpc>
          <a:spcPct val="80000"/>
        </a:lnSpc>
        <a:spcBef>
          <a:spcPct val="0"/>
        </a:spcBef>
        <a:buNone/>
        <a:defRPr sz="3200" b="0" kern="1200">
          <a:solidFill>
            <a:schemeClr val="tx1"/>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Segoe UI" panose="020B0502040204020203" pitchFamily="34" charset="0"/>
          <a:ea typeface="+mn-ea"/>
          <a:cs typeface="Segoe UI" panose="020B0502040204020203" pitchFamily="34" charset="0"/>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Segoe UI" panose="020B0502040204020203" pitchFamily="34" charset="0"/>
          <a:ea typeface="+mn-ea"/>
          <a:cs typeface="Segoe UI" panose="020B0502040204020203" pitchFamily="34" charset="0"/>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Segoe UI" panose="020B0502040204020203" pitchFamily="34" charset="0"/>
          <a:ea typeface="+mn-ea"/>
          <a:cs typeface="Segoe UI" panose="020B0502040204020203" pitchFamily="34" charset="0"/>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Segoe UI" panose="020B0502040204020203" pitchFamily="34" charset="0"/>
          <a:ea typeface="+mn-ea"/>
          <a:cs typeface="Segoe UI" panose="020B0502040204020203" pitchFamily="34" charset="0"/>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mn-lt"/>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38" orient="horz" pos="4065" userDrawn="1">
          <p15:clr>
            <a:srgbClr val="F26B43"/>
          </p15:clr>
        </p15:guide>
        <p15:guide id="40" orient="horz" pos="4156" userDrawn="1">
          <p15:clr>
            <a:srgbClr val="F26B43"/>
          </p15:clr>
        </p15:guide>
        <p15:guide id="41" orient="horz" pos="4320" userDrawn="1">
          <p15:clr>
            <a:srgbClr val="F26B43"/>
          </p15:clr>
        </p15:guide>
        <p15:guide id="42" orient="horz" pos="84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mj-lt"/>
            </a:endParaRPr>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dirty="0"/>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a:t>
            </a:r>
          </a:p>
          <a:p>
            <a:pPr lvl="4"/>
            <a:r>
              <a:rPr lang="en-US" dirty="0"/>
              <a:t>Fifth</a:t>
            </a:r>
          </a:p>
          <a:p>
            <a:pPr lvl="5"/>
            <a:r>
              <a:rPr lang="en-US" dirty="0"/>
              <a:t>Sixth</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mj-lt"/>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bg1"/>
                </a:solidFill>
                <a:latin typeface="+mj-lt"/>
              </a:defRPr>
            </a:lvl1pPr>
          </a:lstStyle>
          <a:p>
            <a:fld id="{5AC94115-40D6-4F9E-B464-3718F525A7D7}" type="slidenum">
              <a:rPr lang="en-US" smtClean="0"/>
              <a:pPr/>
              <a:t>‹#›</a:t>
            </a:fld>
            <a:endParaRPr lang="en-US"/>
          </a:p>
        </p:txBody>
      </p:sp>
    </p:spTree>
    <p:extLst>
      <p:ext uri="{BB962C8B-B14F-4D97-AF65-F5344CB8AC3E}">
        <p14:creationId xmlns:p14="http://schemas.microsoft.com/office/powerpoint/2010/main" val="1761218609"/>
      </p:ext>
    </p:extLst>
  </p:cSld>
  <p:clrMap bg1="lt1" tx1="dk1" bg2="lt2" tx2="dk2" accent1="accent1" accent2="accent2" accent3="accent3" accent4="accent4" accent5="accent5" accent6="accent6" hlink="hlink" folHlink="folHlink"/>
  <p:sldLayoutIdLst>
    <p:sldLayoutId id="2147483808" r:id="rId1"/>
    <p:sldLayoutId id="2147483678" r:id="rId2"/>
    <p:sldLayoutId id="2147483681" r:id="rId3"/>
    <p:sldLayoutId id="2147483682" r:id="rId4"/>
    <p:sldLayoutId id="2147483752" r:id="rId5"/>
    <p:sldLayoutId id="2147483782" r:id="rId6"/>
    <p:sldLayoutId id="2147483809" r:id="rId7"/>
    <p:sldLayoutId id="2147483750" r:id="rId8"/>
    <p:sldLayoutId id="2147483754" r:id="rId9"/>
    <p:sldLayoutId id="2147483684" r:id="rId10"/>
    <p:sldLayoutId id="2147483751" r:id="rId11"/>
    <p:sldLayoutId id="2147483810" r:id="rId12"/>
    <p:sldLayoutId id="2147483755" r:id="rId13"/>
    <p:sldLayoutId id="2147483769" r:id="rId14"/>
    <p:sldLayoutId id="2147483779" r:id="rId15"/>
    <p:sldLayoutId id="2147483780" r:id="rId16"/>
    <p:sldLayoutId id="2147483781" r:id="rId17"/>
    <p:sldLayoutId id="2147483690" r:id="rId18"/>
    <p:sldLayoutId id="2147483689" r:id="rId19"/>
    <p:sldLayoutId id="2147483692" r:id="rId20"/>
    <p:sldLayoutId id="2147483694" r:id="rId21"/>
    <p:sldLayoutId id="2147483696" r:id="rId22"/>
    <p:sldLayoutId id="2147483697" r:id="rId23"/>
    <p:sldLayoutId id="2147483698" r:id="rId24"/>
    <p:sldLayoutId id="2147483753" r:id="rId25"/>
    <p:sldLayoutId id="2147483705" r:id="rId26"/>
    <p:sldLayoutId id="2147483699" r:id="rId27"/>
  </p:sldLayoutIdLst>
  <p:hf hdr="0" dt="0"/>
  <p:txStyles>
    <p:titleStyle>
      <a:lvl1pPr algn="l" defTabSz="914400" rtl="0" eaLnBrk="1" latinLnBrk="0" hangingPunct="1">
        <a:lnSpc>
          <a:spcPct val="80000"/>
        </a:lnSpc>
        <a:spcBef>
          <a:spcPct val="0"/>
        </a:spcBef>
        <a:buNone/>
        <a:defRPr sz="32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mj-lt"/>
          <a:ea typeface="+mn-ea"/>
          <a:cs typeface="+mn-cs"/>
        </a:defRPr>
      </a:lvl1pPr>
      <a:lvl2pPr marL="266700" indent="-155575"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0" kern="1200">
          <a:solidFill>
            <a:schemeClr val="tx1"/>
          </a:solidFill>
          <a:latin typeface="+mj-lt"/>
          <a:ea typeface="+mn-ea"/>
          <a:cs typeface="+mn-cs"/>
        </a:defRPr>
      </a:lvl2pPr>
      <a:lvl3pPr marL="461963" indent="-1524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mj-lt"/>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j-lt"/>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mj-lt"/>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j-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40" orient="horz" pos="4156" userDrawn="1">
          <p15:clr>
            <a:srgbClr val="F26B43"/>
          </p15:clr>
        </p15:guide>
        <p15:guide id="41" orient="horz" pos="3929" userDrawn="1">
          <p15:clr>
            <a:srgbClr val="F26B43"/>
          </p15:clr>
        </p15:guide>
        <p15:guide id="42" orient="horz" pos="845" userDrawn="1">
          <p15:clr>
            <a:srgbClr val="F26B43"/>
          </p15:clr>
        </p15:guide>
        <p15:guide id="43" orient="horz" pos="406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led to here</a:t>
            </a:r>
            <a:endParaRPr dirty="0"/>
          </a:p>
        </p:txBody>
      </p:sp>
      <p:sp>
        <p:nvSpPr>
          <p:cNvPr id="3" name="Content Placeholder 2"/>
          <p:cNvSpPr>
            <a:spLocks noGrp="1"/>
          </p:cNvSpPr>
          <p:nvPr>
            <p:ph sz="quarter" idx="12"/>
          </p:nvPr>
        </p:nvSpPr>
        <p:spPr/>
        <p:txBody>
          <a:bodyPr wrap="square"/>
          <a:lstStyle/>
          <a:p>
            <a:pPr algn="l">
              <a:spcAft>
                <a:spcPts val="1400"/>
              </a:spcAft>
            </a:pPr>
            <a:r>
              <a:rPr lang="en-US" sz="1600" b="1" dirty="0">
                <a:solidFill>
                  <a:srgbClr val="093B5F"/>
                </a:solidFill>
                <a:latin typeface="Figtree"/>
              </a:rPr>
              <a:t>A wise man </a:t>
            </a:r>
            <a:r>
              <a:rPr sz="1600" b="1" dirty="0">
                <a:solidFill>
                  <a:srgbClr val="093B5F"/>
                </a:solidFill>
                <a:latin typeface="Figtree"/>
              </a:rPr>
              <a:t>already said it. </a:t>
            </a:r>
            <a:r>
              <a:rPr sz="1600" b="0" dirty="0">
                <a:solidFill>
                  <a:srgbClr val="093B5F"/>
                </a:solidFill>
                <a:latin typeface="Figtree"/>
              </a:rPr>
              <a:t>FY27 SKO: real-time context is “critical for agentic AI systems.” Continuum is that middle piece.</a:t>
            </a:r>
          </a:p>
          <a:p>
            <a:pPr algn="l">
              <a:spcAft>
                <a:spcPts val="1400"/>
              </a:spcAft>
            </a:pPr>
            <a:r>
              <a:rPr sz="1600" b="1" dirty="0">
                <a:solidFill>
                  <a:srgbClr val="093B5F"/>
                </a:solidFill>
                <a:latin typeface="Figtree"/>
              </a:rPr>
              <a:t>Three-layer platform. </a:t>
            </a:r>
            <a:r>
              <a:rPr sz="1600" b="0" dirty="0">
                <a:solidFill>
                  <a:srgbClr val="093B5F"/>
                </a:solidFill>
                <a:latin typeface="Figtree"/>
              </a:rPr>
              <a:t>Event Mesh → Data Streaming → AI. The middle layer is the only one Solace doesn’t ship today.</a:t>
            </a:r>
          </a:p>
          <a:p>
            <a:pPr algn="l">
              <a:spcAft>
                <a:spcPts val="1400"/>
              </a:spcAft>
            </a:pPr>
            <a:r>
              <a:rPr sz="1600" b="1" dirty="0">
                <a:solidFill>
                  <a:srgbClr val="093B5F"/>
                </a:solidFill>
                <a:latin typeface="Figtree"/>
              </a:rPr>
              <a:t>Event-driven AI is a huge opportunity — </a:t>
            </a:r>
            <a:r>
              <a:rPr sz="1600" b="0" dirty="0">
                <a:solidFill>
                  <a:srgbClr val="093B5F"/>
                </a:solidFill>
                <a:latin typeface="Figtree"/>
              </a:rPr>
              <a:t>but only with a platform built for it: faster every year, grounded in real-time context. </a:t>
            </a:r>
            <a:r>
              <a:rPr lang="en-US" sz="1600" b="0" dirty="0">
                <a:solidFill>
                  <a:srgbClr val="093B5F"/>
                </a:solidFill>
                <a:latin typeface="Figtree"/>
              </a:rPr>
              <a:t>Importantly, t</a:t>
            </a:r>
            <a:r>
              <a:rPr sz="1600" b="0" dirty="0">
                <a:solidFill>
                  <a:srgbClr val="093B5F"/>
                </a:solidFill>
                <a:latin typeface="Figtree"/>
              </a:rPr>
              <a:t>he same capability powers traditional dashboards and alerts too.</a:t>
            </a:r>
          </a:p>
          <a:p>
            <a:pPr algn="l">
              <a:spcAft>
                <a:spcPts val="1400"/>
              </a:spcAft>
            </a:pPr>
            <a:r>
              <a:rPr sz="1600" b="1" dirty="0">
                <a:solidFill>
                  <a:srgbClr val="093B5F"/>
                </a:solidFill>
                <a:latin typeface="Figtree"/>
              </a:rPr>
              <a:t>The Three Doors. </a:t>
            </a:r>
            <a:r>
              <a:rPr sz="1600" b="0" dirty="0">
                <a:solidFill>
                  <a:srgbClr val="093B5F"/>
                </a:solidFill>
                <a:latin typeface="Figtree"/>
              </a:rPr>
              <a:t>Streaming · Agentic AI · Kafka Takeout — one gap blocks all three. Continuum is the one bet that opens all three.</a:t>
            </a:r>
          </a:p>
        </p:txBody>
      </p:sp>
      <p:sp>
        <p:nvSpPr>
          <p:cNvPr id="6" name="Rounded Rectangle 5"/>
          <p:cNvSpPr/>
          <p:nvPr/>
        </p:nvSpPr>
        <p:spPr>
          <a:xfrm>
            <a:off x="6355080" y="4087296"/>
            <a:ext cx="5212080" cy="960120"/>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ABFF88"/>
                </a:solidFill>
                <a:latin typeface="Space Mono"/>
              </a:rPr>
              <a:t>SHIPPING TODAY</a:t>
            </a:r>
          </a:p>
          <a:p>
            <a:pPr algn="ctr"/>
            <a:r>
              <a:rPr sz="2200" b="1">
                <a:solidFill>
                  <a:srgbClr val="FFFFFF"/>
                </a:solidFill>
                <a:latin typeface="Figtree"/>
              </a:rPr>
              <a:t>Event Mesh</a:t>
            </a:r>
          </a:p>
        </p:txBody>
      </p:sp>
      <p:sp>
        <p:nvSpPr>
          <p:cNvPr id="7" name="Rounded Rectangle 6"/>
          <p:cNvSpPr/>
          <p:nvPr/>
        </p:nvSpPr>
        <p:spPr>
          <a:xfrm>
            <a:off x="6355080" y="2752308"/>
            <a:ext cx="5212080" cy="1143000"/>
          </a:xfrm>
          <a:prstGeom prst="roundRect">
            <a:avLst/>
          </a:prstGeom>
          <a:solidFill>
            <a:srgbClr val="00C895"/>
          </a:solidFill>
          <a:ln w="28575">
            <a:solidFill>
              <a:srgbClr val="ABFF8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dirty="0">
                <a:solidFill>
                  <a:srgbClr val="03213B"/>
                </a:solidFill>
                <a:latin typeface="Space Mono"/>
              </a:rPr>
              <a:t>THE MISSING MIDDLE</a:t>
            </a:r>
          </a:p>
          <a:p>
            <a:pPr algn="ctr"/>
            <a:r>
              <a:rPr sz="2200" b="1" dirty="0">
                <a:solidFill>
                  <a:srgbClr val="03213B"/>
                </a:solidFill>
                <a:latin typeface="Figtree"/>
              </a:rPr>
              <a:t>Data Streaming</a:t>
            </a:r>
            <a:r>
              <a:rPr lang="en-US" sz="2200" b="1" dirty="0">
                <a:solidFill>
                  <a:srgbClr val="03213B"/>
                </a:solidFill>
                <a:latin typeface="Figtree"/>
              </a:rPr>
              <a:t> (Continuum)</a:t>
            </a:r>
            <a:endParaRPr sz="2200" b="1" dirty="0">
              <a:solidFill>
                <a:srgbClr val="03213B"/>
              </a:solidFill>
              <a:latin typeface="Figtree"/>
            </a:endParaRPr>
          </a:p>
        </p:txBody>
      </p:sp>
      <p:sp>
        <p:nvSpPr>
          <p:cNvPr id="8" name="Rounded Rectangle 7"/>
          <p:cNvSpPr/>
          <p:nvPr/>
        </p:nvSpPr>
        <p:spPr>
          <a:xfrm>
            <a:off x="6355080" y="1600200"/>
            <a:ext cx="5212080" cy="960120"/>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ABFF88"/>
                </a:solidFill>
                <a:latin typeface="Space Mono"/>
              </a:rPr>
              <a:t>SHIPPING TODAY</a:t>
            </a:r>
          </a:p>
          <a:p>
            <a:pPr algn="ctr"/>
            <a:r>
              <a:rPr sz="2200" b="1">
                <a:solidFill>
                  <a:srgbClr val="FFFFFF"/>
                </a:solidFill>
                <a:latin typeface="Figtree"/>
              </a:rPr>
              <a:t>AI  (SAM)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Flink Won’t Cut It — Ask the Customer</a:t>
            </a:r>
          </a:p>
        </p:txBody>
      </p:sp>
      <p:sp>
        <p:nvSpPr>
          <p:cNvPr id="4" name="Rounded Rectangle 3"/>
          <p:cNvSpPr/>
          <p:nvPr/>
        </p:nvSpPr>
        <p:spPr>
          <a:xfrm>
            <a:off x="548640" y="1676656"/>
            <a:ext cx="5358384" cy="1847088"/>
          </a:xfrm>
          <a:prstGeom prst="roundRect">
            <a:avLst/>
          </a:prstGeom>
          <a:solidFill>
            <a:srgbClr val="F4F4F4"/>
          </a:solidFill>
          <a:ln w="12700">
            <a:solidFill>
              <a:srgbClr val="F4F4F4"/>
            </a:solidFill>
          </a:ln>
          <a:effectLst/>
        </p:spPr>
        <p:style>
          <a:lnRef idx="1">
            <a:schemeClr val="accent1"/>
          </a:lnRef>
          <a:fillRef idx="3">
            <a:schemeClr val="accent1"/>
          </a:fillRef>
          <a:effectRef idx="2">
            <a:schemeClr val="accent1"/>
          </a:effectRef>
          <a:fontRef idx="minor">
            <a:schemeClr val="lt1"/>
          </a:fontRef>
        </p:style>
        <p:txBody>
          <a:bodyPr wrap="square" lIns="203200" rIns="152400" rtlCol="0" anchor="ctr"/>
          <a:lstStyle/>
          <a:p>
            <a:pPr algn="ctr">
              <a:spcAft>
                <a:spcPts val="600"/>
              </a:spcAft>
            </a:pPr>
            <a:r>
              <a:rPr sz="1200" b="1" dirty="0">
                <a:solidFill>
                  <a:srgbClr val="00C895"/>
                </a:solidFill>
                <a:latin typeface="Space Mono"/>
              </a:rPr>
              <a:t>DIFFERENT TOOL</a:t>
            </a:r>
          </a:p>
          <a:p>
            <a:r>
              <a:rPr dirty="0">
                <a:solidFill>
                  <a:srgbClr val="093B5F"/>
                </a:solidFill>
                <a:latin typeface="Figtree"/>
              </a:rPr>
              <a:t>“</a:t>
            </a:r>
            <a:r>
              <a:rPr lang="en-US" dirty="0">
                <a:solidFill>
                  <a:srgbClr val="093B5F"/>
                </a:solidFill>
                <a:latin typeface="Figtree"/>
              </a:rPr>
              <a:t>[Flink] f</a:t>
            </a:r>
            <a:r>
              <a:rPr dirty="0">
                <a:solidFill>
                  <a:srgbClr val="093B5F"/>
                </a:solidFill>
                <a:latin typeface="Figtree"/>
              </a:rPr>
              <a:t>elt more like a real-time database. Flink would require far more specialized engineering to build, operate, and maintain.”</a:t>
            </a:r>
          </a:p>
        </p:txBody>
      </p:sp>
      <p:sp>
        <p:nvSpPr>
          <p:cNvPr id="5" name="Rounded Rectangle 4"/>
          <p:cNvSpPr/>
          <p:nvPr/>
        </p:nvSpPr>
        <p:spPr>
          <a:xfrm>
            <a:off x="548640" y="1676656"/>
            <a:ext cx="91440" cy="1847088"/>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81928" y="1676656"/>
            <a:ext cx="5358384" cy="1847088"/>
          </a:xfrm>
          <a:prstGeom prst="roundRect">
            <a:avLst/>
          </a:prstGeom>
          <a:solidFill>
            <a:srgbClr val="F4F4F4"/>
          </a:solidFill>
          <a:ln w="12700">
            <a:solidFill>
              <a:srgbClr val="F4F4F4"/>
            </a:solidFill>
          </a:ln>
          <a:effectLst/>
        </p:spPr>
        <p:style>
          <a:lnRef idx="1">
            <a:schemeClr val="accent1"/>
          </a:lnRef>
          <a:fillRef idx="3">
            <a:schemeClr val="accent1"/>
          </a:fillRef>
          <a:effectRef idx="2">
            <a:schemeClr val="accent1"/>
          </a:effectRef>
          <a:fontRef idx="minor">
            <a:schemeClr val="lt1"/>
          </a:fontRef>
        </p:style>
        <p:txBody>
          <a:bodyPr wrap="square" lIns="203200" rIns="152400" rtlCol="0" anchor="ctr"/>
          <a:lstStyle/>
          <a:p>
            <a:pPr algn="ctr">
              <a:spcAft>
                <a:spcPts val="600"/>
              </a:spcAft>
            </a:pPr>
            <a:r>
              <a:rPr sz="1100" b="1" dirty="0">
                <a:solidFill>
                  <a:srgbClr val="00C895"/>
                </a:solidFill>
                <a:latin typeface="Space Mono"/>
              </a:rPr>
              <a:t>DIFFERENT PEOPLE</a:t>
            </a:r>
          </a:p>
          <a:p>
            <a:r>
              <a:rPr dirty="0">
                <a:solidFill>
                  <a:srgbClr val="093B5F"/>
                </a:solidFill>
                <a:latin typeface="Figtree"/>
              </a:rPr>
              <a:t>“SQL-first opens the door for business analysts to build live data products — we move faster instead of waiting on specialized IT.”</a:t>
            </a:r>
          </a:p>
        </p:txBody>
      </p:sp>
      <p:sp>
        <p:nvSpPr>
          <p:cNvPr id="7" name="Rounded Rectangle 6"/>
          <p:cNvSpPr/>
          <p:nvPr/>
        </p:nvSpPr>
        <p:spPr>
          <a:xfrm>
            <a:off x="6281928" y="1676656"/>
            <a:ext cx="91440" cy="1847088"/>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3724912"/>
            <a:ext cx="5358384" cy="1847088"/>
          </a:xfrm>
          <a:prstGeom prst="roundRect">
            <a:avLst/>
          </a:prstGeom>
          <a:solidFill>
            <a:srgbClr val="F4F4F4"/>
          </a:solidFill>
          <a:ln w="12700">
            <a:solidFill>
              <a:srgbClr val="F4F4F4"/>
            </a:solidFill>
          </a:ln>
          <a:effectLst/>
        </p:spPr>
        <p:style>
          <a:lnRef idx="1">
            <a:schemeClr val="accent1"/>
          </a:lnRef>
          <a:fillRef idx="3">
            <a:schemeClr val="accent1"/>
          </a:fillRef>
          <a:effectRef idx="2">
            <a:schemeClr val="accent1"/>
          </a:effectRef>
          <a:fontRef idx="minor">
            <a:schemeClr val="lt1"/>
          </a:fontRef>
        </p:style>
        <p:txBody>
          <a:bodyPr wrap="square" lIns="203200" rIns="152400" rtlCol="0" anchor="ctr"/>
          <a:lstStyle/>
          <a:p>
            <a:pPr algn="ctr">
              <a:spcAft>
                <a:spcPts val="600"/>
              </a:spcAft>
            </a:pPr>
            <a:r>
              <a:rPr sz="1200" b="1" dirty="0">
                <a:solidFill>
                  <a:srgbClr val="00C895"/>
                </a:solidFill>
                <a:latin typeface="Space Mono"/>
              </a:rPr>
              <a:t>THE BUSINESS OBJECT</a:t>
            </a:r>
          </a:p>
          <a:p>
            <a:r>
              <a:rPr dirty="0">
                <a:solidFill>
                  <a:srgbClr val="093B5F"/>
                </a:solidFill>
                <a:latin typeface="Figtree"/>
              </a:rPr>
              <a:t>“Define business logic once, govern it, expose it as trusted, </a:t>
            </a:r>
            <a:r>
              <a:rPr dirty="0" err="1">
                <a:solidFill>
                  <a:srgbClr val="093B5F"/>
                </a:solidFill>
                <a:latin typeface="Figtree"/>
              </a:rPr>
              <a:t>queryable</a:t>
            </a:r>
            <a:r>
              <a:rPr dirty="0">
                <a:solidFill>
                  <a:srgbClr val="093B5F"/>
                </a:solidFill>
                <a:latin typeface="Figtree"/>
              </a:rPr>
              <a:t> operational state — reused across every consumer.”</a:t>
            </a:r>
          </a:p>
        </p:txBody>
      </p:sp>
      <p:sp>
        <p:nvSpPr>
          <p:cNvPr id="9" name="Rounded Rectangle 8"/>
          <p:cNvSpPr/>
          <p:nvPr/>
        </p:nvSpPr>
        <p:spPr>
          <a:xfrm>
            <a:off x="548640" y="3724912"/>
            <a:ext cx="91440" cy="1847088"/>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81928" y="3724912"/>
            <a:ext cx="5358384" cy="1847088"/>
          </a:xfrm>
          <a:prstGeom prst="roundRect">
            <a:avLst/>
          </a:prstGeom>
          <a:solidFill>
            <a:srgbClr val="F4F4F4"/>
          </a:solidFill>
          <a:ln w="12700">
            <a:solidFill>
              <a:srgbClr val="F4F4F4"/>
            </a:solidFill>
          </a:ln>
          <a:effectLst/>
        </p:spPr>
        <p:style>
          <a:lnRef idx="1">
            <a:schemeClr val="accent1"/>
          </a:lnRef>
          <a:fillRef idx="3">
            <a:schemeClr val="accent1"/>
          </a:fillRef>
          <a:effectRef idx="2">
            <a:schemeClr val="accent1"/>
          </a:effectRef>
          <a:fontRef idx="minor">
            <a:schemeClr val="lt1"/>
          </a:fontRef>
        </p:style>
        <p:txBody>
          <a:bodyPr wrap="square" lIns="203200" rIns="152400" rtlCol="0" anchor="ctr"/>
          <a:lstStyle/>
          <a:p>
            <a:pPr algn="ctr">
              <a:spcAft>
                <a:spcPts val="600"/>
              </a:spcAft>
            </a:pPr>
            <a:r>
              <a:rPr lang="en-US" sz="1200" b="1" dirty="0">
                <a:solidFill>
                  <a:srgbClr val="00C895"/>
                </a:solidFill>
                <a:latin typeface="Space Mono"/>
              </a:rPr>
              <a:t>THE CONTINUUM VISION</a:t>
            </a:r>
            <a:r>
              <a:rPr sz="1200" b="1" dirty="0">
                <a:solidFill>
                  <a:srgbClr val="00C895"/>
                </a:solidFill>
                <a:latin typeface="Space Mono"/>
              </a:rPr>
              <a:t>, UNPROMPTED</a:t>
            </a:r>
          </a:p>
          <a:p>
            <a:r>
              <a:rPr dirty="0">
                <a:solidFill>
                  <a:srgbClr val="093B5F"/>
                </a:solidFill>
                <a:latin typeface="Figtree"/>
              </a:rPr>
              <a:t>“Solace gives us the event backbone; the engine gives us the real-time operational state. Events in, live state computed, derived events back to the mesh.”</a:t>
            </a:r>
          </a:p>
        </p:txBody>
      </p:sp>
      <p:sp>
        <p:nvSpPr>
          <p:cNvPr id="11" name="Rounded Rectangle 10"/>
          <p:cNvSpPr/>
          <p:nvPr/>
        </p:nvSpPr>
        <p:spPr>
          <a:xfrm>
            <a:off x="6281928" y="3724912"/>
            <a:ext cx="91440" cy="1847088"/>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1188" y="1201168"/>
            <a:ext cx="11091672" cy="400110"/>
          </a:xfrm>
          <a:prstGeom prst="rect">
            <a:avLst/>
          </a:prstGeom>
          <a:noFill/>
        </p:spPr>
        <p:txBody>
          <a:bodyPr wrap="square">
            <a:spAutoFit/>
          </a:bodyPr>
          <a:lstStyle/>
          <a:p>
            <a:pPr algn="ctr"/>
            <a:r>
              <a:rPr sz="2000" b="1" dirty="0">
                <a:solidFill>
                  <a:srgbClr val="093B5F"/>
                </a:solidFill>
                <a:latin typeface="Figtree"/>
              </a:rPr>
              <a:t>Enterprise Architect, Vancouver Airport Authority  (July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Complementary, Not Competitors</a:t>
            </a:r>
          </a:p>
        </p:txBody>
      </p:sp>
      <p:sp>
        <p:nvSpPr>
          <p:cNvPr id="3" name="Content Placeholder 2"/>
          <p:cNvSpPr>
            <a:spLocks noGrp="1"/>
          </p:cNvSpPr>
          <p:nvPr>
            <p:ph sz="quarter" idx="12"/>
          </p:nvPr>
        </p:nvSpPr>
        <p:spPr>
          <a:xfrm>
            <a:off x="548640" y="2468880"/>
            <a:ext cx="5477256" cy="3566160"/>
          </a:xfrm>
        </p:spPr>
        <p:txBody>
          <a:bodyPr wrap="square"/>
          <a:lstStyle/>
          <a:p>
            <a:pPr algn="l">
              <a:spcAft>
                <a:spcPts val="900"/>
              </a:spcAft>
            </a:pPr>
            <a:r>
              <a:rPr sz="1250" b="1">
                <a:solidFill>
                  <a:srgbClr val="093B5F"/>
                </a:solidFill>
                <a:latin typeface="Figtree"/>
              </a:rPr>
              <a:t>What it is — </a:t>
            </a:r>
            <a:r>
              <a:rPr sz="1250" b="0">
                <a:solidFill>
                  <a:srgbClr val="093B5F"/>
                </a:solidFill>
                <a:latin typeface="Figtree"/>
              </a:rPr>
              <a:t>Flink is a developer stream-processing framework; Continuum, a queryable real-time operational-state engine.</a:t>
            </a:r>
          </a:p>
          <a:p>
            <a:pPr algn="l">
              <a:spcAft>
                <a:spcPts val="900"/>
              </a:spcAft>
            </a:pPr>
            <a:r>
              <a:rPr sz="1250" b="1">
                <a:solidFill>
                  <a:srgbClr val="093B5F"/>
                </a:solidFill>
                <a:latin typeface="Figtree"/>
              </a:rPr>
              <a:t>Who runs it — </a:t>
            </a:r>
            <a:r>
              <a:rPr sz="1250" b="0">
                <a:solidFill>
                  <a:srgbClr val="093B5F"/>
                </a:solidFill>
                <a:latin typeface="Figtree"/>
              </a:rPr>
              <a:t>Flink needs specialized streaming engineers; Continuum, analysts who know SQL.</a:t>
            </a:r>
          </a:p>
          <a:p>
            <a:pPr algn="l">
              <a:spcAft>
                <a:spcPts val="900"/>
              </a:spcAft>
            </a:pPr>
            <a:r>
              <a:rPr sz="1250" b="1">
                <a:solidFill>
                  <a:srgbClr val="093B5F"/>
                </a:solidFill>
                <a:latin typeface="Figtree"/>
              </a:rPr>
              <a:t>Query surface — </a:t>
            </a:r>
            <a:r>
              <a:rPr sz="1250" b="0">
                <a:solidFill>
                  <a:srgbClr val="093B5F"/>
                </a:solidFill>
                <a:latin typeface="Figtree"/>
              </a:rPr>
              <a:t>Flink has none — you build and run a serving layer; Continuum answers with a plain SELECT.</a:t>
            </a:r>
          </a:p>
          <a:p>
            <a:pPr algn="l">
              <a:spcAft>
                <a:spcPts val="900"/>
              </a:spcAft>
            </a:pPr>
            <a:r>
              <a:rPr sz="1250" b="1">
                <a:solidFill>
                  <a:srgbClr val="093B5F"/>
                </a:solidFill>
                <a:latin typeface="Figtree"/>
              </a:rPr>
              <a:t>State &amp; windows — </a:t>
            </a:r>
            <a:r>
              <a:rPr sz="1250" b="0">
                <a:solidFill>
                  <a:srgbClr val="093B5F"/>
                </a:solidFill>
                <a:latin typeface="Figtree"/>
              </a:rPr>
              <a:t>Flink means watermarks, lateness and state TTL by hand; Continuum declares it in SQL and GCs state itself.</a:t>
            </a:r>
          </a:p>
          <a:p>
            <a:pPr algn="l">
              <a:spcAft>
                <a:spcPts val="900"/>
              </a:spcAft>
            </a:pPr>
            <a:r>
              <a:rPr sz="1250" b="1">
                <a:solidFill>
                  <a:srgbClr val="093B5F"/>
                </a:solidFill>
                <a:latin typeface="Figtree"/>
              </a:rPr>
              <a:t>Stream joins — </a:t>
            </a:r>
            <a:r>
              <a:rPr sz="1250" b="0">
                <a:solidFill>
                  <a:srgbClr val="093B5F"/>
                </a:solidFill>
                <a:latin typeface="Figtree"/>
              </a:rPr>
              <a:t>Flink needs a bounded interval join you babysit; Continuum is a plain live JOIN.</a:t>
            </a:r>
          </a:p>
        </p:txBody>
      </p:sp>
      <p:sp>
        <p:nvSpPr>
          <p:cNvPr id="4" name="Content Placeholder 3"/>
          <p:cNvSpPr>
            <a:spLocks noGrp="1"/>
          </p:cNvSpPr>
          <p:nvPr>
            <p:ph sz="quarter" idx="13"/>
          </p:nvPr>
        </p:nvSpPr>
        <p:spPr>
          <a:xfrm>
            <a:off x="6172200" y="2468880"/>
            <a:ext cx="5468112" cy="3566160"/>
          </a:xfrm>
        </p:spPr>
        <p:txBody>
          <a:bodyPr wrap="square"/>
          <a:lstStyle/>
          <a:p>
            <a:pPr algn="l">
              <a:spcAft>
                <a:spcPts val="1400"/>
              </a:spcAft>
            </a:pPr>
            <a:r>
              <a:rPr sz="1350" b="1" dirty="0">
                <a:solidFill>
                  <a:srgbClr val="093B5F"/>
                </a:solidFill>
                <a:latin typeface="Figtree"/>
              </a:rPr>
              <a:t>No counterparty — </a:t>
            </a:r>
            <a:r>
              <a:rPr sz="1350" b="0" dirty="0">
                <a:solidFill>
                  <a:srgbClr val="093B5F"/>
                </a:solidFill>
                <a:latin typeface="Figtree"/>
              </a:rPr>
              <a:t>an ASF project has no one to sign an SLA.</a:t>
            </a:r>
          </a:p>
          <a:p>
            <a:pPr algn="l">
              <a:spcAft>
                <a:spcPts val="1400"/>
              </a:spcAft>
            </a:pPr>
            <a:r>
              <a:rPr sz="1350" b="1" dirty="0">
                <a:solidFill>
                  <a:srgbClr val="093B5F"/>
                </a:solidFill>
                <a:latin typeface="Figtree"/>
              </a:rPr>
              <a:t>Channel risk — </a:t>
            </a:r>
            <a:r>
              <a:rPr sz="1350" b="0" dirty="0">
                <a:solidFill>
                  <a:srgbClr val="093B5F"/>
                </a:solidFill>
                <a:latin typeface="Figtree"/>
              </a:rPr>
              <a:t>Flink’s dominant vendor is a direct platform competitor.</a:t>
            </a:r>
          </a:p>
          <a:p>
            <a:pPr algn="l">
              <a:spcAft>
                <a:spcPts val="1400"/>
              </a:spcAft>
            </a:pPr>
            <a:r>
              <a:rPr sz="1350" b="1" dirty="0">
                <a:solidFill>
                  <a:srgbClr val="093B5F"/>
                </a:solidFill>
                <a:latin typeface="Figtree"/>
              </a:rPr>
              <a:t>Market direction — </a:t>
            </a:r>
            <a:r>
              <a:rPr sz="1350" b="0" dirty="0">
                <a:solidFill>
                  <a:srgbClr val="093B5F"/>
                </a:solidFill>
                <a:latin typeface="Figtree"/>
              </a:rPr>
              <a:t>SQL-first has beaten code-first every year since 2022.</a:t>
            </a:r>
          </a:p>
        </p:txBody>
      </p:sp>
      <p:sp>
        <p:nvSpPr>
          <p:cNvPr id="6" name="Rounded Rectangle 5"/>
          <p:cNvSpPr/>
          <p:nvPr/>
        </p:nvSpPr>
        <p:spPr>
          <a:xfrm>
            <a:off x="548640" y="1188720"/>
            <a:ext cx="11091672" cy="566928"/>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50" b="1" dirty="0" err="1">
                <a:solidFill>
                  <a:srgbClr val="03213B"/>
                </a:solidFill>
                <a:latin typeface="Figtree"/>
              </a:rPr>
              <a:t>CoE</a:t>
            </a:r>
            <a:r>
              <a:rPr lang="en-US" sz="1350" b="1" dirty="0">
                <a:solidFill>
                  <a:srgbClr val="03213B"/>
                </a:solidFill>
                <a:latin typeface="Figtree"/>
              </a:rPr>
              <a:t> agrees Flink and Continuum are </a:t>
            </a:r>
            <a:r>
              <a:rPr sz="1350" b="1" dirty="0">
                <a:solidFill>
                  <a:srgbClr val="03213B"/>
                </a:solidFill>
                <a:latin typeface="Figtree"/>
              </a:rPr>
              <a:t>complementary, not competitors — different tool, different people, different jobs.</a:t>
            </a:r>
          </a:p>
        </p:txBody>
      </p:sp>
      <p:sp>
        <p:nvSpPr>
          <p:cNvPr id="7" name="Rounded Rectangle 6"/>
          <p:cNvSpPr/>
          <p:nvPr/>
        </p:nvSpPr>
        <p:spPr>
          <a:xfrm>
            <a:off x="548640" y="1965960"/>
            <a:ext cx="5477256" cy="384048"/>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100" b="1">
                <a:solidFill>
                  <a:srgbClr val="FFFFFF"/>
                </a:solidFill>
                <a:latin typeface="Space Mono"/>
              </a:rPr>
              <a:t>TECHNICAL — DIFFERENT TOOLS, DIFFERENT JOBS</a:t>
            </a:r>
          </a:p>
        </p:txBody>
      </p:sp>
      <p:sp>
        <p:nvSpPr>
          <p:cNvPr id="8" name="Rounded Rectangle 7"/>
          <p:cNvSpPr/>
          <p:nvPr/>
        </p:nvSpPr>
        <p:spPr>
          <a:xfrm>
            <a:off x="6172200" y="1965960"/>
            <a:ext cx="5468112" cy="384048"/>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100" b="1">
                <a:solidFill>
                  <a:srgbClr val="FFFFFF"/>
                </a:solidFill>
                <a:latin typeface="Space Mono"/>
              </a:rPr>
              <a:t>COMMERCIAL — BEYOND THE TECH</a:t>
            </a:r>
          </a:p>
        </p:txBody>
      </p:sp>
      <p:sp>
        <p:nvSpPr>
          <p:cNvPr id="9" name="TextBox 8"/>
          <p:cNvSpPr txBox="1"/>
          <p:nvPr/>
        </p:nvSpPr>
        <p:spPr>
          <a:xfrm>
            <a:off x="548640" y="6172200"/>
            <a:ext cx="11091672" cy="548640"/>
          </a:xfrm>
          <a:prstGeom prst="rect">
            <a:avLst/>
          </a:prstGeom>
          <a:noFill/>
        </p:spPr>
        <p:txBody>
          <a:bodyPr wrap="square">
            <a:spAutoFit/>
          </a:bodyPr>
          <a:lstStyle/>
          <a:p>
            <a:pPr algn="ctr"/>
            <a:r>
              <a:rPr sz="1300" b="1">
                <a:solidFill>
                  <a:srgbClr val="00C895"/>
                </a:solidFill>
                <a:latin typeface="Figtree"/>
              </a:rPr>
              <a:t>Connect to Flink natively — and aim Continuum squarely at the accounts that already run it: keep Flink, add what it can’t 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Technically Ready. Let Us Loose.</a:t>
            </a:r>
          </a:p>
        </p:txBody>
      </p:sp>
      <p:sp>
        <p:nvSpPr>
          <p:cNvPr id="3" name="Content Placeholder 2"/>
          <p:cNvSpPr>
            <a:spLocks noGrp="1"/>
          </p:cNvSpPr>
          <p:nvPr>
            <p:ph sz="quarter" idx="12"/>
          </p:nvPr>
        </p:nvSpPr>
        <p:spPr>
          <a:xfrm>
            <a:off x="548640" y="1874519"/>
            <a:ext cx="3602736" cy="4206240"/>
          </a:xfrm>
        </p:spPr>
        <p:txBody>
          <a:bodyPr wrap="square"/>
          <a:lstStyle/>
          <a:p>
            <a:pPr algn="l">
              <a:spcAft>
                <a:spcPts val="1000"/>
              </a:spcAft>
            </a:pPr>
            <a:r>
              <a:rPr sz="1600" b="0" dirty="0">
                <a:solidFill>
                  <a:srgbClr val="093B5F"/>
                </a:solidFill>
                <a:latin typeface="Figtree"/>
              </a:rPr>
              <a:t>Native Solace source + sink connectors — shipped docs, CI.</a:t>
            </a:r>
          </a:p>
          <a:p>
            <a:pPr algn="l">
              <a:spcAft>
                <a:spcPts val="1000"/>
              </a:spcAft>
            </a:pPr>
            <a:r>
              <a:rPr sz="1600" b="0" dirty="0">
                <a:solidFill>
                  <a:srgbClr val="093B5F"/>
                </a:solidFill>
                <a:latin typeface="Figtree"/>
              </a:rPr>
              <a:t>27+ automated tests, incl. crash / recovery + delivery guarantees.</a:t>
            </a:r>
          </a:p>
          <a:p>
            <a:pPr algn="l">
              <a:spcAft>
                <a:spcPts val="1000"/>
              </a:spcAft>
            </a:pPr>
            <a:r>
              <a:rPr sz="1600" b="0" dirty="0">
                <a:solidFill>
                  <a:srgbClr val="093B5F"/>
                </a:solidFill>
                <a:latin typeface="Figtree"/>
              </a:rPr>
              <a:t>Exactly-once </a:t>
            </a:r>
            <a:r>
              <a:rPr sz="1600" b="0" dirty="0" err="1">
                <a:solidFill>
                  <a:srgbClr val="093B5F"/>
                </a:solidFill>
                <a:latin typeface="Figtree"/>
              </a:rPr>
              <a:t>dedup</a:t>
            </a:r>
            <a:r>
              <a:rPr sz="1600" b="0" dirty="0">
                <a:solidFill>
                  <a:srgbClr val="093B5F"/>
                </a:solidFill>
                <a:latin typeface="Figtree"/>
              </a:rPr>
              <a:t> and topic-hierarchy-as-SQL-columns — needs native broker access.</a:t>
            </a:r>
          </a:p>
        </p:txBody>
      </p:sp>
      <p:sp>
        <p:nvSpPr>
          <p:cNvPr id="4" name="Content Placeholder 3"/>
          <p:cNvSpPr>
            <a:spLocks noGrp="1"/>
          </p:cNvSpPr>
          <p:nvPr>
            <p:ph sz="quarter" idx="13"/>
          </p:nvPr>
        </p:nvSpPr>
        <p:spPr>
          <a:xfrm>
            <a:off x="4297680" y="1874519"/>
            <a:ext cx="3602736" cy="4206240"/>
          </a:xfrm>
        </p:spPr>
        <p:txBody>
          <a:bodyPr wrap="square"/>
          <a:lstStyle/>
          <a:p>
            <a:pPr algn="l">
              <a:spcAft>
                <a:spcPts val="800"/>
              </a:spcAft>
              <a:buNone/>
            </a:pPr>
            <a:r>
              <a:rPr sz="1800" b="1" dirty="0">
                <a:solidFill>
                  <a:srgbClr val="093B5F"/>
                </a:solidFill>
                <a:latin typeface="Figtree"/>
              </a:rPr>
              <a:t>p50 ≈ 40 </a:t>
            </a:r>
            <a:r>
              <a:rPr sz="1800" b="1" dirty="0" err="1">
                <a:solidFill>
                  <a:srgbClr val="093B5F"/>
                </a:solidFill>
                <a:latin typeface="Figtree"/>
              </a:rPr>
              <a:t>ms</a:t>
            </a:r>
            <a:r>
              <a:rPr sz="1800" b="1" dirty="0">
                <a:solidFill>
                  <a:srgbClr val="093B5F"/>
                </a:solidFill>
                <a:latin typeface="Figtree"/>
              </a:rPr>
              <a:t>  </a:t>
            </a:r>
            <a:r>
              <a:rPr sz="1100" b="0" dirty="0">
                <a:solidFill>
                  <a:srgbClr val="093B5F"/>
                </a:solidFill>
                <a:latin typeface="Figtree"/>
              </a:rPr>
              <a:t>end-to-end median</a:t>
            </a:r>
          </a:p>
          <a:p>
            <a:pPr algn="l">
              <a:spcAft>
                <a:spcPts val="800"/>
              </a:spcAft>
              <a:buNone/>
            </a:pPr>
            <a:r>
              <a:rPr sz="1800" b="1" dirty="0">
                <a:solidFill>
                  <a:srgbClr val="093B5F"/>
                </a:solidFill>
                <a:latin typeface="Figtree"/>
              </a:rPr>
              <a:t>p99 ≈ 71 </a:t>
            </a:r>
            <a:r>
              <a:rPr sz="1800" b="1" dirty="0" err="1">
                <a:solidFill>
                  <a:srgbClr val="093B5F"/>
                </a:solidFill>
                <a:latin typeface="Figtree"/>
              </a:rPr>
              <a:t>ms</a:t>
            </a:r>
            <a:r>
              <a:rPr sz="1800" b="1" dirty="0">
                <a:solidFill>
                  <a:srgbClr val="093B5F"/>
                </a:solidFill>
                <a:latin typeface="Figtree"/>
              </a:rPr>
              <a:t>  </a:t>
            </a:r>
            <a:r>
              <a:rPr sz="1100" b="0" dirty="0">
                <a:solidFill>
                  <a:srgbClr val="093B5F"/>
                </a:solidFill>
                <a:latin typeface="Figtree"/>
              </a:rPr>
              <a:t>tail latency</a:t>
            </a:r>
          </a:p>
          <a:p>
            <a:pPr algn="l">
              <a:spcAft>
                <a:spcPts val="800"/>
              </a:spcAft>
              <a:buNone/>
            </a:pPr>
            <a:r>
              <a:rPr sz="1800" b="1" dirty="0">
                <a:solidFill>
                  <a:srgbClr val="093B5F"/>
                </a:solidFill>
                <a:latin typeface="Figtree"/>
              </a:rPr>
              <a:t>37,000 msg/s  </a:t>
            </a:r>
            <a:r>
              <a:rPr sz="1100" b="0" dirty="0">
                <a:solidFill>
                  <a:srgbClr val="093B5F"/>
                </a:solidFill>
                <a:latin typeface="Figtree"/>
              </a:rPr>
              <a:t>on a laptop</a:t>
            </a:r>
          </a:p>
          <a:p>
            <a:pPr algn="l">
              <a:spcAft>
                <a:spcPts val="800"/>
              </a:spcAft>
              <a:buNone/>
            </a:pPr>
            <a:r>
              <a:rPr sz="1800" b="1" dirty="0">
                <a:solidFill>
                  <a:srgbClr val="093B5F"/>
                </a:solidFill>
                <a:latin typeface="Figtree"/>
              </a:rPr>
              <a:t>0 duplicates  </a:t>
            </a:r>
            <a:r>
              <a:rPr sz="1100" b="0" dirty="0">
                <a:solidFill>
                  <a:srgbClr val="093B5F"/>
                </a:solidFill>
                <a:latin typeface="Figtree"/>
              </a:rPr>
              <a:t>exactly-once</a:t>
            </a:r>
          </a:p>
          <a:p>
            <a:pPr algn="l">
              <a:spcAft>
                <a:spcPts val="400"/>
              </a:spcAft>
              <a:buNone/>
            </a:pPr>
            <a:r>
              <a:rPr sz="1150" b="0" dirty="0">
                <a:solidFill>
                  <a:srgbClr val="093B5F"/>
                </a:solidFill>
                <a:latin typeface="Figtree"/>
              </a:rPr>
              <a:t>AI context views hydrate &lt; 100 </a:t>
            </a:r>
            <a:r>
              <a:rPr sz="1150" b="0" dirty="0" err="1">
                <a:solidFill>
                  <a:srgbClr val="093B5F"/>
                </a:solidFill>
                <a:latin typeface="Figtree"/>
              </a:rPr>
              <a:t>ms.</a:t>
            </a:r>
            <a:r>
              <a:rPr sz="1150" b="0" dirty="0">
                <a:solidFill>
                  <a:srgbClr val="093B5F"/>
                </a:solidFill>
                <a:latin typeface="Figtree"/>
              </a:rPr>
              <a:t>.</a:t>
            </a:r>
          </a:p>
        </p:txBody>
      </p:sp>
      <p:sp>
        <p:nvSpPr>
          <p:cNvPr id="5" name="Content Placeholder 4"/>
          <p:cNvSpPr>
            <a:spLocks noGrp="1"/>
          </p:cNvSpPr>
          <p:nvPr>
            <p:ph sz="quarter" idx="14"/>
          </p:nvPr>
        </p:nvSpPr>
        <p:spPr>
          <a:xfrm>
            <a:off x="8037575" y="1874519"/>
            <a:ext cx="3602736" cy="4206240"/>
          </a:xfrm>
        </p:spPr>
        <p:txBody>
          <a:bodyPr wrap="square"/>
          <a:lstStyle/>
          <a:p>
            <a:pPr algn="l">
              <a:spcAft>
                <a:spcPts val="1000"/>
              </a:spcAft>
            </a:pPr>
            <a:r>
              <a:rPr sz="1600" b="1" dirty="0">
                <a:solidFill>
                  <a:srgbClr val="093B5F"/>
                </a:solidFill>
                <a:latin typeface="Figtree"/>
              </a:rPr>
              <a:t>Aviation (United, FAA). </a:t>
            </a:r>
            <a:r>
              <a:rPr sz="1600" b="0" dirty="0">
                <a:solidFill>
                  <a:srgbClr val="093B5F"/>
                </a:solidFill>
                <a:latin typeface="Figtree"/>
              </a:rPr>
              <a:t>Live flight situational awareness on real FAA feeds.</a:t>
            </a:r>
          </a:p>
          <a:p>
            <a:pPr algn="l">
              <a:spcAft>
                <a:spcPts val="1000"/>
              </a:spcAft>
            </a:pPr>
            <a:r>
              <a:rPr sz="1600" b="1" dirty="0">
                <a:solidFill>
                  <a:srgbClr val="093B5F"/>
                </a:solidFill>
                <a:latin typeface="Figtree"/>
              </a:rPr>
              <a:t>Banking (ANZ). </a:t>
            </a:r>
            <a:r>
              <a:rPr sz="1600" b="0" dirty="0">
                <a:solidFill>
                  <a:srgbClr val="093B5F"/>
                </a:solidFill>
                <a:latin typeface="Figtree"/>
              </a:rPr>
              <a:t>Real-time fraud / account-protection context grounding both an AI agent and the fraud dashboard — the live demo next.</a:t>
            </a:r>
          </a:p>
        </p:txBody>
      </p:sp>
      <p:sp>
        <p:nvSpPr>
          <p:cNvPr id="7" name="Rounded Rectangle 6"/>
          <p:cNvSpPr/>
          <p:nvPr/>
        </p:nvSpPr>
        <p:spPr>
          <a:xfrm>
            <a:off x="548640" y="1371600"/>
            <a:ext cx="3602736" cy="384048"/>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400" b="1" dirty="0">
                <a:solidFill>
                  <a:srgbClr val="FFFFFF"/>
                </a:solidFill>
                <a:latin typeface="Space Mono"/>
              </a:rPr>
              <a:t>BUILT</a:t>
            </a:r>
            <a:endParaRPr sz="1100" b="1" dirty="0">
              <a:solidFill>
                <a:srgbClr val="FFFFFF"/>
              </a:solidFill>
              <a:latin typeface="Space Mono"/>
            </a:endParaRPr>
          </a:p>
        </p:txBody>
      </p:sp>
      <p:sp>
        <p:nvSpPr>
          <p:cNvPr id="8" name="Rounded Rectangle 7"/>
          <p:cNvSpPr/>
          <p:nvPr/>
        </p:nvSpPr>
        <p:spPr>
          <a:xfrm>
            <a:off x="4297680" y="1371600"/>
            <a:ext cx="3602736" cy="384048"/>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400" b="1" dirty="0">
                <a:solidFill>
                  <a:srgbClr val="03213B"/>
                </a:solidFill>
                <a:latin typeface="Space Mono"/>
              </a:rPr>
              <a:t>MEASURED</a:t>
            </a:r>
            <a:endParaRPr sz="1100" b="1" dirty="0">
              <a:solidFill>
                <a:srgbClr val="03213B"/>
              </a:solidFill>
              <a:latin typeface="Space Mono"/>
            </a:endParaRPr>
          </a:p>
        </p:txBody>
      </p:sp>
      <p:sp>
        <p:nvSpPr>
          <p:cNvPr id="9" name="Rounded Rectangle 8"/>
          <p:cNvSpPr/>
          <p:nvPr/>
        </p:nvSpPr>
        <p:spPr>
          <a:xfrm>
            <a:off x="8037575" y="1371600"/>
            <a:ext cx="3602736" cy="384048"/>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400" b="1" dirty="0">
                <a:solidFill>
                  <a:srgbClr val="FFFFFF"/>
                </a:solidFill>
                <a:latin typeface="Space Mono"/>
              </a:rPr>
              <a:t>DEMOED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Live Demo — 5 Minutes</a:t>
            </a:r>
          </a:p>
        </p:txBody>
      </p:sp>
      <p:sp>
        <p:nvSpPr>
          <p:cNvPr id="3" name="TextBox 2"/>
          <p:cNvSpPr txBox="1"/>
          <p:nvPr/>
        </p:nvSpPr>
        <p:spPr>
          <a:xfrm>
            <a:off x="896112" y="4206240"/>
            <a:ext cx="8686800" cy="646331"/>
          </a:xfrm>
          <a:prstGeom prst="rect">
            <a:avLst/>
          </a:prstGeom>
          <a:noFill/>
        </p:spPr>
        <p:txBody>
          <a:bodyPr wrap="square">
            <a:spAutoFit/>
          </a:bodyPr>
          <a:lstStyle/>
          <a:p>
            <a:pPr algn="l"/>
            <a:r>
              <a:rPr b="0" dirty="0">
                <a:solidFill>
                  <a:srgbClr val="093B5F"/>
                </a:solidFill>
                <a:latin typeface="Figtree"/>
              </a:rPr>
              <a:t>Fraud / account protection: one business object, two feeds joined live, self-correcting —grounding an AI agent and the dashboard beside it.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Market Isn’t Waiting</a:t>
            </a:r>
          </a:p>
        </p:txBody>
      </p:sp>
      <p:sp>
        <p:nvSpPr>
          <p:cNvPr id="3" name="Content Placeholder 2"/>
          <p:cNvSpPr>
            <a:spLocks noGrp="1"/>
          </p:cNvSpPr>
          <p:nvPr>
            <p:ph sz="quarter" idx="12"/>
          </p:nvPr>
        </p:nvSpPr>
        <p:spPr>
          <a:xfrm>
            <a:off x="548640" y="1874519"/>
            <a:ext cx="3602736" cy="4023360"/>
          </a:xfrm>
        </p:spPr>
        <p:txBody>
          <a:bodyPr wrap="square"/>
          <a:lstStyle/>
          <a:p>
            <a:pPr algn="l">
              <a:spcAft>
                <a:spcPts val="1000"/>
              </a:spcAft>
            </a:pPr>
            <a:r>
              <a:rPr sz="1600" b="0" dirty="0">
                <a:solidFill>
                  <a:srgbClr val="093B5F"/>
                </a:solidFill>
                <a:latin typeface="Figtree"/>
              </a:rPr>
              <a:t>Continuum pattern is a stated requirement of their TAM-DB program.</a:t>
            </a:r>
          </a:p>
          <a:p>
            <a:pPr algn="l">
              <a:spcAft>
                <a:spcPts val="1000"/>
              </a:spcAft>
            </a:pPr>
            <a:r>
              <a:rPr sz="1600" b="0" dirty="0">
                <a:solidFill>
                  <a:srgbClr val="093B5F"/>
                </a:solidFill>
                <a:latin typeface="Figtree"/>
              </a:rPr>
              <a:t>Go-live December. Exec sponsor will push for the native Solace connector from the customer side.</a:t>
            </a:r>
          </a:p>
          <a:p>
            <a:pPr algn="l">
              <a:spcAft>
                <a:spcPts val="1000"/>
              </a:spcAft>
            </a:pPr>
            <a:r>
              <a:rPr sz="1600" b="1" dirty="0">
                <a:solidFill>
                  <a:srgbClr val="00C895"/>
                </a:solidFill>
                <a:latin typeface="Figtree"/>
              </a:rPr>
              <a:t>Not a prospect — a committed buyer waiting on us.</a:t>
            </a:r>
          </a:p>
        </p:txBody>
      </p:sp>
      <p:sp>
        <p:nvSpPr>
          <p:cNvPr id="4" name="Content Placeholder 3"/>
          <p:cNvSpPr>
            <a:spLocks noGrp="1"/>
          </p:cNvSpPr>
          <p:nvPr>
            <p:ph sz="quarter" idx="13"/>
          </p:nvPr>
        </p:nvSpPr>
        <p:spPr>
          <a:xfrm>
            <a:off x="4297680" y="1874519"/>
            <a:ext cx="3602736" cy="4023360"/>
          </a:xfrm>
        </p:spPr>
        <p:txBody>
          <a:bodyPr wrap="square"/>
          <a:lstStyle/>
          <a:p>
            <a:pPr algn="l">
              <a:spcAft>
                <a:spcPts val="600"/>
              </a:spcAft>
            </a:pPr>
            <a:r>
              <a:rPr sz="1600" b="0" dirty="0">
                <a:solidFill>
                  <a:srgbClr val="093B5F"/>
                </a:solidFill>
                <a:latin typeface="Figtree"/>
              </a:rPr>
              <a:t>FAA conversation anecdotes + whitepaper findings. Confirm with him before the meeting.</a:t>
            </a:r>
          </a:p>
        </p:txBody>
      </p:sp>
      <p:sp>
        <p:nvSpPr>
          <p:cNvPr id="5" name="Content Placeholder 4"/>
          <p:cNvSpPr>
            <a:spLocks noGrp="1"/>
          </p:cNvSpPr>
          <p:nvPr>
            <p:ph sz="quarter" idx="14"/>
          </p:nvPr>
        </p:nvSpPr>
        <p:spPr>
          <a:xfrm>
            <a:off x="8037575" y="1874519"/>
            <a:ext cx="3602736" cy="4023360"/>
          </a:xfrm>
        </p:spPr>
        <p:txBody>
          <a:bodyPr wrap="square"/>
          <a:lstStyle/>
          <a:p>
            <a:pPr algn="l">
              <a:spcAft>
                <a:spcPts val="1000"/>
              </a:spcAft>
            </a:pPr>
            <a:r>
              <a:rPr sz="1600" b="0" dirty="0">
                <a:solidFill>
                  <a:srgbClr val="093B5F"/>
                </a:solidFill>
                <a:latin typeface="Figtree"/>
              </a:rPr>
              <a:t>Continuum inside a SAM pitch, recorded Aug 6.</a:t>
            </a:r>
          </a:p>
          <a:p>
            <a:pPr algn="l">
              <a:spcAft>
                <a:spcPts val="1000"/>
              </a:spcAft>
            </a:pPr>
            <a:r>
              <a:rPr sz="1600" b="0" dirty="0">
                <a:solidFill>
                  <a:srgbClr val="093B5F"/>
                </a:solidFill>
                <a:latin typeface="Figtree"/>
              </a:rPr>
              <a:t>Four FAA feeds joined into one event proving actual departure time; AI decides if delayed passengers make connections.</a:t>
            </a:r>
          </a:p>
          <a:p>
            <a:pPr algn="l">
              <a:spcAft>
                <a:spcPts val="1000"/>
              </a:spcAft>
            </a:pPr>
            <a:r>
              <a:rPr sz="1600" b="0" dirty="0">
                <a:solidFill>
                  <a:srgbClr val="093B5F"/>
                </a:solidFill>
                <a:latin typeface="Figtree"/>
              </a:rPr>
              <a:t>United’s MD called the NOC use case “the cleanest path to an enterprise pattern.”</a:t>
            </a:r>
          </a:p>
        </p:txBody>
      </p:sp>
      <p:sp>
        <p:nvSpPr>
          <p:cNvPr id="7" name="Rounded Rectangle 6"/>
          <p:cNvSpPr/>
          <p:nvPr/>
        </p:nvSpPr>
        <p:spPr>
          <a:xfrm>
            <a:off x="548640" y="1371600"/>
            <a:ext cx="3602736" cy="384048"/>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400" b="1" dirty="0">
                <a:solidFill>
                  <a:srgbClr val="FFFFFF"/>
                </a:solidFill>
                <a:latin typeface="Space Mono"/>
              </a:rPr>
              <a:t>VANCOUVER AIRPORT</a:t>
            </a:r>
          </a:p>
        </p:txBody>
      </p:sp>
      <p:sp>
        <p:nvSpPr>
          <p:cNvPr id="8" name="Rounded Rectangle 7"/>
          <p:cNvSpPr/>
          <p:nvPr/>
        </p:nvSpPr>
        <p:spPr>
          <a:xfrm>
            <a:off x="4297680" y="1371600"/>
            <a:ext cx="3602736" cy="384048"/>
          </a:xfrm>
          <a:prstGeom prst="roundRect">
            <a:avLst/>
          </a:prstGeom>
          <a:solidFill>
            <a:srgbClr val="093B5F"/>
          </a:solidFill>
          <a:ln w="12700">
            <a:solidFill>
              <a:srgbClr val="FCA829"/>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400" b="1" dirty="0">
                <a:solidFill>
                  <a:srgbClr val="FFFFFF"/>
                </a:solidFill>
                <a:latin typeface="Space Mono"/>
              </a:rPr>
              <a:t>FAA</a:t>
            </a:r>
          </a:p>
        </p:txBody>
      </p:sp>
      <p:sp>
        <p:nvSpPr>
          <p:cNvPr id="9" name="Rounded Rectangle 8"/>
          <p:cNvSpPr/>
          <p:nvPr/>
        </p:nvSpPr>
        <p:spPr>
          <a:xfrm>
            <a:off x="8037575" y="1371600"/>
            <a:ext cx="3602736" cy="384048"/>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tIns="25400" bIns="25400" rtlCol="0" anchor="ctr"/>
          <a:lstStyle/>
          <a:p>
            <a:pPr algn="ctr"/>
            <a:r>
              <a:rPr sz="1400" b="1" dirty="0">
                <a:solidFill>
                  <a:srgbClr val="FFFFFF"/>
                </a:solidFill>
                <a:latin typeface="Space Mono"/>
              </a:rPr>
              <a:t>UNITED AIRLINES</a:t>
            </a:r>
          </a:p>
        </p:txBody>
      </p:sp>
      <p:sp>
        <p:nvSpPr>
          <p:cNvPr id="10" name="TextBox 9"/>
          <p:cNvSpPr txBox="1"/>
          <p:nvPr/>
        </p:nvSpPr>
        <p:spPr>
          <a:xfrm>
            <a:off x="548640" y="6126480"/>
            <a:ext cx="11091672" cy="548640"/>
          </a:xfrm>
          <a:prstGeom prst="rect">
            <a:avLst/>
          </a:prstGeom>
          <a:noFill/>
        </p:spPr>
        <p:txBody>
          <a:bodyPr wrap="square">
            <a:spAutoFit/>
          </a:bodyPr>
          <a:lstStyle/>
          <a:p>
            <a:pPr algn="ctr"/>
            <a:r>
              <a:rPr sz="1300" b="1">
                <a:solidFill>
                  <a:srgbClr val="00C895"/>
                </a:solidFill>
                <a:latin typeface="Figtree"/>
              </a:rPr>
              <a:t>Three marquee accounts, organic demand, eight weeks, zero marketing. Imagine when we’re allowed to sell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Alternatives</a:t>
            </a:r>
          </a:p>
        </p:txBody>
      </p:sp>
      <p:graphicFrame>
        <p:nvGraphicFramePr>
          <p:cNvPr id="4" name="Table 3"/>
          <p:cNvGraphicFramePr>
            <a:graphicFrameLocks noGrp="1"/>
          </p:cNvGraphicFramePr>
          <p:nvPr>
            <p:extLst>
              <p:ext uri="{D42A27DB-BD31-4B8C-83A1-F6EECF244321}">
                <p14:modId xmlns:p14="http://schemas.microsoft.com/office/powerpoint/2010/main" val="658549297"/>
              </p:ext>
            </p:extLst>
          </p:nvPr>
        </p:nvGraphicFramePr>
        <p:xfrm>
          <a:off x="548640" y="1417320"/>
          <a:ext cx="11091672" cy="4314952"/>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841248">
                <a:tc>
                  <a:txBody>
                    <a:bodyPr/>
                    <a:lstStyle/>
                    <a:p>
                      <a:r>
                        <a:rPr sz="1300" b="1">
                          <a:solidFill>
                            <a:srgbClr val="FFFFFF"/>
                          </a:solidFill>
                          <a:latin typeface="Figtree"/>
                        </a:rPr>
                        <a:t>Path</a:t>
                      </a:r>
                    </a:p>
                  </a:txBody>
                  <a:tcPr marL="127000" marR="127000" marT="63500" marB="63500" anchor="ctr">
                    <a:solidFill>
                      <a:srgbClr val="093B5F"/>
                    </a:solidFill>
                  </a:tcPr>
                </a:tc>
                <a:tc>
                  <a:txBody>
                    <a:bodyPr/>
                    <a:lstStyle/>
                    <a:p>
                      <a:r>
                        <a:rPr sz="1300" b="1">
                          <a:solidFill>
                            <a:srgbClr val="FFFFFF"/>
                          </a:solidFill>
                          <a:latin typeface="Figtree"/>
                        </a:rPr>
                        <a:t>What we get</a:t>
                      </a:r>
                    </a:p>
                  </a:txBody>
                  <a:tcPr marL="127000" marR="127000" marT="63500" marB="63500" anchor="ctr">
                    <a:solidFill>
                      <a:srgbClr val="093B5F"/>
                    </a:solidFill>
                  </a:tcPr>
                </a:tc>
                <a:tc>
                  <a:txBody>
                    <a:bodyPr/>
                    <a:lstStyle/>
                    <a:p>
                      <a:r>
                        <a:rPr sz="1300" b="1">
                          <a:solidFill>
                            <a:srgbClr val="FFFFFF"/>
                          </a:solidFill>
                          <a:latin typeface="Figtree"/>
                        </a:rPr>
                        <a:t>What it costs us</a:t>
                      </a:r>
                    </a:p>
                  </a:txBody>
                  <a:tcPr marL="127000" marR="127000" marT="63500" marB="63500" anchor="ctr">
                    <a:solidFill>
                      <a:srgbClr val="093B5F"/>
                    </a:solidFill>
                  </a:tcPr>
                </a:tc>
                <a:extLst>
                  <a:ext uri="{0D108BD9-81ED-4DB2-BD59-A6C34878D82A}">
                    <a16:rowId xmlns:a16="http://schemas.microsoft.com/office/drawing/2014/main" val="10000"/>
                  </a:ext>
                </a:extLst>
              </a:tr>
              <a:tr h="841248">
                <a:tc>
                  <a:txBody>
                    <a:bodyPr/>
                    <a:lstStyle/>
                    <a:p>
                      <a:r>
                        <a:rPr sz="1800" b="1">
                          <a:solidFill>
                            <a:srgbClr val="093B5F"/>
                          </a:solidFill>
                          <a:latin typeface="Figtree"/>
                        </a:rPr>
                        <a:t>Do nothing</a:t>
                      </a:r>
                    </a:p>
                  </a:txBody>
                  <a:tcPr marL="127000" marR="127000" marT="63500" marB="63500" anchor="ctr">
                    <a:solidFill>
                      <a:srgbClr val="F4F4F4"/>
                    </a:solidFill>
                  </a:tcPr>
                </a:tc>
                <a:tc>
                  <a:txBody>
                    <a:bodyPr/>
                    <a:lstStyle/>
                    <a:p>
                      <a:r>
                        <a:rPr sz="1800" b="0">
                          <a:solidFill>
                            <a:srgbClr val="093B5F"/>
                          </a:solidFill>
                          <a:latin typeface="Figtree"/>
                        </a:rPr>
                        <a:t>$0 spent</a:t>
                      </a:r>
                    </a:p>
                  </a:txBody>
                  <a:tcPr marL="127000" marR="127000" marT="63500" marB="63500" anchor="ctr">
                    <a:solidFill>
                      <a:srgbClr val="F4F4F4"/>
                    </a:solidFill>
                  </a:tcPr>
                </a:tc>
                <a:tc>
                  <a:txBody>
                    <a:bodyPr/>
                    <a:lstStyle/>
                    <a:p>
                      <a:r>
                        <a:rPr lang="en-US" sz="1800" b="0" dirty="0">
                          <a:solidFill>
                            <a:srgbClr val="093B5F"/>
                          </a:solidFill>
                          <a:latin typeface="Figtree"/>
                        </a:rPr>
                        <a:t>Base </a:t>
                      </a:r>
                      <a:r>
                        <a:rPr sz="1800" b="0" dirty="0">
                          <a:solidFill>
                            <a:srgbClr val="093B5F"/>
                          </a:solidFill>
                          <a:latin typeface="Figtree"/>
                        </a:rPr>
                        <a:t>keeps buying compute elsewhere; three doors stay blocked.</a:t>
                      </a:r>
                    </a:p>
                  </a:txBody>
                  <a:tcPr marL="127000" marR="127000" marT="63500" marB="63500" anchor="ctr">
                    <a:solidFill>
                      <a:srgbClr val="F4F4F4"/>
                    </a:solidFill>
                  </a:tcPr>
                </a:tc>
                <a:extLst>
                  <a:ext uri="{0D108BD9-81ED-4DB2-BD59-A6C34878D82A}">
                    <a16:rowId xmlns:a16="http://schemas.microsoft.com/office/drawing/2014/main" val="10001"/>
                  </a:ext>
                </a:extLst>
              </a:tr>
              <a:tr h="841248">
                <a:tc>
                  <a:txBody>
                    <a:bodyPr/>
                    <a:lstStyle/>
                    <a:p>
                      <a:r>
                        <a:rPr sz="1800" b="1">
                          <a:solidFill>
                            <a:srgbClr val="093B5F"/>
                          </a:solidFill>
                          <a:latin typeface="Figtree"/>
                        </a:rPr>
                        <a:t>Flink-only</a:t>
                      </a:r>
                    </a:p>
                  </a:txBody>
                  <a:tcPr marL="127000" marR="127000" marT="63500" marB="63500" anchor="ctr">
                    <a:solidFill>
                      <a:srgbClr val="FFFFFF"/>
                    </a:solidFill>
                  </a:tcPr>
                </a:tc>
                <a:tc>
                  <a:txBody>
                    <a:bodyPr/>
                    <a:lstStyle/>
                    <a:p>
                      <a:r>
                        <a:rPr sz="1800" b="0">
                          <a:solidFill>
                            <a:srgbClr val="093B5F"/>
                          </a:solidFill>
                          <a:latin typeface="Figtree"/>
                        </a:rPr>
                        <a:t>Cheap connector, near-term services revenue</a:t>
                      </a:r>
                    </a:p>
                  </a:txBody>
                  <a:tcPr marL="127000" marR="127000" marT="63500" marB="63500" anchor="ctr">
                    <a:solidFill>
                      <a:srgbClr val="FFFFFF"/>
                    </a:solidFill>
                  </a:tcPr>
                </a:tc>
                <a:tc>
                  <a:txBody>
                    <a:bodyPr/>
                    <a:lstStyle/>
                    <a:p>
                      <a:r>
                        <a:rPr sz="1800" b="0">
                          <a:solidFill>
                            <a:srgbClr val="093B5F"/>
                          </a:solidFill>
                          <a:latin typeface="Figtree"/>
                        </a:rPr>
                        <a:t>No query layer, no counterparty, staffed-framework economics, feeds customers to a competitor.</a:t>
                      </a:r>
                    </a:p>
                  </a:txBody>
                  <a:tcPr marL="127000" marR="127000" marT="63500" marB="63500" anchor="ctr">
                    <a:solidFill>
                      <a:srgbClr val="FFFFFF"/>
                    </a:solidFill>
                  </a:tcPr>
                </a:tc>
                <a:extLst>
                  <a:ext uri="{0D108BD9-81ED-4DB2-BD59-A6C34878D82A}">
                    <a16:rowId xmlns:a16="http://schemas.microsoft.com/office/drawing/2014/main" val="10002"/>
                  </a:ext>
                </a:extLst>
              </a:tr>
              <a:tr h="841248">
                <a:tc>
                  <a:txBody>
                    <a:bodyPr/>
                    <a:lstStyle/>
                    <a:p>
                      <a:r>
                        <a:rPr sz="1800" b="1">
                          <a:solidFill>
                            <a:srgbClr val="093B5F"/>
                          </a:solidFill>
                          <a:latin typeface="Figtree"/>
                        </a:rPr>
                        <a:t>Build our own</a:t>
                      </a:r>
                    </a:p>
                  </a:txBody>
                  <a:tcPr marL="127000" marR="127000" marT="63500" marB="63500" anchor="ctr">
                    <a:solidFill>
                      <a:srgbClr val="F4F4F4"/>
                    </a:solidFill>
                  </a:tcPr>
                </a:tc>
                <a:tc>
                  <a:txBody>
                    <a:bodyPr/>
                    <a:lstStyle/>
                    <a:p>
                      <a:r>
                        <a:rPr sz="1800" b="0">
                          <a:solidFill>
                            <a:srgbClr val="093B5F"/>
                          </a:solidFill>
                          <a:latin typeface="Figtree"/>
                        </a:rPr>
                        <a:t>Full control, 100% margin</a:t>
                      </a:r>
                    </a:p>
                  </a:txBody>
                  <a:tcPr marL="127000" marR="127000" marT="63500" marB="63500" anchor="ctr">
                    <a:solidFill>
                      <a:srgbClr val="F4F4F4"/>
                    </a:solidFill>
                  </a:tcPr>
                </a:tc>
                <a:tc>
                  <a:txBody>
                    <a:bodyPr/>
                    <a:lstStyle/>
                    <a:p>
                      <a:r>
                        <a:rPr sz="1800" b="0" dirty="0">
                          <a:solidFill>
                            <a:srgbClr val="093B5F"/>
                          </a:solidFill>
                          <a:latin typeface="Figtree"/>
                        </a:rPr>
                        <a:t>~$2–3M / 24 months to first revenue; misses YVR, the Confluent window</a:t>
                      </a:r>
                    </a:p>
                  </a:txBody>
                  <a:tcPr marL="127000" marR="127000" marT="63500" marB="63500" anchor="ctr">
                    <a:solidFill>
                      <a:srgbClr val="F4F4F4"/>
                    </a:solidFill>
                  </a:tcPr>
                </a:tc>
                <a:extLst>
                  <a:ext uri="{0D108BD9-81ED-4DB2-BD59-A6C34878D82A}">
                    <a16:rowId xmlns:a16="http://schemas.microsoft.com/office/drawing/2014/main" val="10003"/>
                  </a:ext>
                </a:extLst>
              </a:tr>
              <a:tr h="841248">
                <a:tc>
                  <a:txBody>
                    <a:bodyPr/>
                    <a:lstStyle/>
                    <a:p>
                      <a:r>
                        <a:rPr sz="1800" b="1">
                          <a:solidFill>
                            <a:srgbClr val="03213B"/>
                          </a:solidFill>
                          <a:latin typeface="Figtree"/>
                        </a:rPr>
                        <a:t>→ Continuum</a:t>
                      </a:r>
                    </a:p>
                  </a:txBody>
                  <a:tcPr marL="127000" marR="127000" marT="63500" marB="63500" anchor="ctr">
                    <a:solidFill>
                      <a:srgbClr val="00C895"/>
                    </a:solidFill>
                  </a:tcPr>
                </a:tc>
                <a:tc>
                  <a:txBody>
                    <a:bodyPr/>
                    <a:lstStyle/>
                    <a:p>
                      <a:r>
                        <a:rPr sz="1800" b="0" dirty="0">
                          <a:solidFill>
                            <a:srgbClr val="03213B"/>
                          </a:solidFill>
                          <a:latin typeface="Figtree"/>
                        </a:rPr>
                        <a:t>Revenue in quarters, engine swappable</a:t>
                      </a:r>
                    </a:p>
                  </a:txBody>
                  <a:tcPr marL="127000" marR="127000" marT="63500" marB="63500" anchor="ctr">
                    <a:solidFill>
                      <a:srgbClr val="00C895"/>
                    </a:solidFill>
                  </a:tcPr>
                </a:tc>
                <a:tc>
                  <a:txBody>
                    <a:bodyPr/>
                    <a:lstStyle/>
                    <a:p>
                      <a:r>
                        <a:rPr sz="1800" b="0" dirty="0">
                          <a:solidFill>
                            <a:srgbClr val="03213B"/>
                          </a:solidFill>
                          <a:latin typeface="Figtree"/>
                        </a:rPr>
                        <a:t>The agreement + Tiger Team this deck asks for.</a:t>
                      </a:r>
                    </a:p>
                  </a:txBody>
                  <a:tcPr marL="127000" marR="127000" marT="63500" marB="63500" anchor="ctr">
                    <a:solidFill>
                      <a:srgbClr val="00C89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Ask</a:t>
            </a:r>
          </a:p>
        </p:txBody>
      </p:sp>
      <p:sp>
        <p:nvSpPr>
          <p:cNvPr id="3" name="Content Placeholder 2"/>
          <p:cNvSpPr>
            <a:spLocks noGrp="1"/>
          </p:cNvSpPr>
          <p:nvPr>
            <p:ph sz="quarter" idx="12"/>
          </p:nvPr>
        </p:nvSpPr>
        <p:spPr>
          <a:xfrm>
            <a:off x="548640" y="1371600"/>
            <a:ext cx="5013960" cy="4114800"/>
          </a:xfrm>
        </p:spPr>
        <p:txBody>
          <a:bodyPr wrap="square"/>
          <a:lstStyle/>
          <a:p>
            <a:pPr algn="l">
              <a:spcAft>
                <a:spcPts val="1600"/>
              </a:spcAft>
            </a:pPr>
            <a:r>
              <a:rPr sz="2000" b="1" dirty="0">
                <a:solidFill>
                  <a:srgbClr val="00C895"/>
                </a:solidFill>
                <a:latin typeface="Figtree"/>
              </a:rPr>
              <a:t>Sign </a:t>
            </a:r>
            <a:r>
              <a:rPr sz="2000" b="0" dirty="0">
                <a:solidFill>
                  <a:srgbClr val="093B5F"/>
                </a:solidFill>
                <a:latin typeface="Figtree"/>
              </a:rPr>
              <a:t>the commercial agreement — resell-first, embed triggers pre-negotiated. Target: end of August.</a:t>
            </a:r>
          </a:p>
          <a:p>
            <a:pPr algn="l">
              <a:spcAft>
                <a:spcPts val="1600"/>
              </a:spcAft>
            </a:pPr>
            <a:r>
              <a:rPr sz="2000" b="1" dirty="0">
                <a:solidFill>
                  <a:srgbClr val="00C895"/>
                </a:solidFill>
                <a:latin typeface="Figtree"/>
              </a:rPr>
              <a:t>Release </a:t>
            </a:r>
            <a:r>
              <a:rPr sz="2000" b="0" dirty="0">
                <a:solidFill>
                  <a:srgbClr val="093B5F"/>
                </a:solidFill>
                <a:latin typeface="Figtree"/>
              </a:rPr>
              <a:t>the Americas Tiger Team</a:t>
            </a:r>
            <a:r>
              <a:rPr lang="en-US" sz="2000" b="0" dirty="0">
                <a:solidFill>
                  <a:srgbClr val="093B5F"/>
                </a:solidFill>
                <a:latin typeface="Figtree"/>
              </a:rPr>
              <a:t>. </a:t>
            </a:r>
            <a:r>
              <a:rPr sz="2000" b="0" dirty="0">
                <a:solidFill>
                  <a:srgbClr val="093B5F"/>
                </a:solidFill>
                <a:latin typeface="Figtree"/>
              </a:rPr>
              <a:t>CTO-incubated, not a Product transfer.</a:t>
            </a:r>
          </a:p>
          <a:p>
            <a:pPr algn="l">
              <a:spcAft>
                <a:spcPts val="1600"/>
              </a:spcAft>
            </a:pPr>
            <a:r>
              <a:rPr sz="2000" b="1" dirty="0">
                <a:solidFill>
                  <a:srgbClr val="00C895"/>
                </a:solidFill>
                <a:latin typeface="Figtree"/>
              </a:rPr>
              <a:t>Gate it </a:t>
            </a:r>
            <a:r>
              <a:rPr sz="2000" b="0" dirty="0">
                <a:solidFill>
                  <a:srgbClr val="093B5F"/>
                </a:solidFill>
                <a:latin typeface="Figtree"/>
              </a:rPr>
              <a:t>— 50 accounts → 10 POCs → 3 paying before any Product handoff. Explicit abort triggers. If the market says no, we stop — cheaply.</a:t>
            </a:r>
          </a:p>
        </p:txBody>
      </p:sp>
      <p:sp>
        <p:nvSpPr>
          <p:cNvPr id="7" name="Rounded Rectangle 6"/>
          <p:cNvSpPr/>
          <p:nvPr/>
        </p:nvSpPr>
        <p:spPr>
          <a:xfrm>
            <a:off x="6437376" y="1737360"/>
            <a:ext cx="4937760" cy="868680"/>
          </a:xfrm>
          <a:prstGeom prst="roundRect">
            <a:avLst/>
          </a:prstGeom>
          <a:solidFill>
            <a:srgbClr val="093B5F"/>
          </a:solidFill>
          <a:ln w="12700">
            <a:solidFill>
              <a:srgbClr val="093B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Figtree"/>
              </a:rPr>
              <a:t>50 Targeted Accounts</a:t>
            </a:r>
          </a:p>
        </p:txBody>
      </p:sp>
      <p:sp>
        <p:nvSpPr>
          <p:cNvPr id="8" name="Rounded Rectangle 7"/>
          <p:cNvSpPr/>
          <p:nvPr/>
        </p:nvSpPr>
        <p:spPr>
          <a:xfrm>
            <a:off x="7123176" y="2880360"/>
            <a:ext cx="3566160" cy="868680"/>
          </a:xfrm>
          <a:prstGeom prst="roundRect">
            <a:avLst/>
          </a:prstGeom>
          <a:solidFill>
            <a:srgbClr val="00C895"/>
          </a:solidFill>
          <a:ln w="12700">
            <a:solidFill>
              <a:srgbClr val="00C8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3213B"/>
                </a:solidFill>
                <a:latin typeface="Figtree"/>
              </a:rPr>
              <a:t>10 POCs</a:t>
            </a:r>
          </a:p>
        </p:txBody>
      </p:sp>
      <p:sp>
        <p:nvSpPr>
          <p:cNvPr id="9" name="Rounded Rectangle 8"/>
          <p:cNvSpPr/>
          <p:nvPr/>
        </p:nvSpPr>
        <p:spPr>
          <a:xfrm>
            <a:off x="7763256" y="4023360"/>
            <a:ext cx="2286000" cy="868680"/>
          </a:xfrm>
          <a:prstGeom prst="roundRect">
            <a:avLst/>
          </a:prstGeom>
          <a:solidFill>
            <a:srgbClr val="ABFF88"/>
          </a:solidFill>
          <a:ln w="12700">
            <a:solidFill>
              <a:srgbClr val="ABF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3213B"/>
                </a:solidFill>
                <a:latin typeface="Figtree"/>
              </a:rPr>
              <a:t>3 Paying Customers</a:t>
            </a:r>
          </a:p>
        </p:txBody>
      </p:sp>
      <p:sp>
        <p:nvSpPr>
          <p:cNvPr id="10" name="TextBox 9"/>
          <p:cNvSpPr txBox="1"/>
          <p:nvPr/>
        </p:nvSpPr>
        <p:spPr>
          <a:xfrm>
            <a:off x="548640" y="5806440"/>
            <a:ext cx="11091672" cy="492443"/>
          </a:xfrm>
          <a:prstGeom prst="rect">
            <a:avLst/>
          </a:prstGeom>
          <a:noFill/>
        </p:spPr>
        <p:txBody>
          <a:bodyPr wrap="square">
            <a:spAutoFit/>
          </a:bodyPr>
          <a:lstStyle/>
          <a:p>
            <a:pPr algn="ctr"/>
            <a:r>
              <a:rPr lang="en-US" sz="1300" b="1" dirty="0">
                <a:solidFill>
                  <a:srgbClr val="093B5F"/>
                </a:solidFill>
                <a:latin typeface="Figtree"/>
              </a:rPr>
              <a:t>You </a:t>
            </a:r>
            <a:r>
              <a:rPr sz="1300" b="1" dirty="0">
                <a:solidFill>
                  <a:srgbClr val="093B5F"/>
                </a:solidFill>
                <a:latin typeface="Figtree"/>
              </a:rPr>
              <a:t>named the vision. The offsite named the gap. </a:t>
            </a:r>
            <a:r>
              <a:rPr lang="en-US" sz="1300" b="1" dirty="0">
                <a:solidFill>
                  <a:srgbClr val="093B5F"/>
                </a:solidFill>
                <a:latin typeface="Figtree"/>
              </a:rPr>
              <a:t>Clients are </a:t>
            </a:r>
            <a:r>
              <a:rPr sz="1300" b="1" dirty="0">
                <a:solidFill>
                  <a:srgbClr val="093B5F"/>
                </a:solidFill>
                <a:latin typeface="Figtree"/>
              </a:rPr>
              <a:t>already </a:t>
            </a:r>
            <a:r>
              <a:rPr lang="en-US" sz="1300" b="1" dirty="0">
                <a:solidFill>
                  <a:srgbClr val="093B5F"/>
                </a:solidFill>
                <a:latin typeface="Figtree"/>
              </a:rPr>
              <a:t>asking for </a:t>
            </a:r>
            <a:r>
              <a:rPr sz="1300" b="1" dirty="0">
                <a:solidFill>
                  <a:srgbClr val="093B5F"/>
                </a:solidFill>
                <a:latin typeface="Figtree"/>
              </a:rPr>
              <a:t>it. It’s built and measured. </a:t>
            </a:r>
            <a:br>
              <a:rPr lang="en-US" sz="1300" b="1" dirty="0">
                <a:solidFill>
                  <a:srgbClr val="093B5F"/>
                </a:solidFill>
                <a:latin typeface="Figtree"/>
              </a:rPr>
            </a:br>
            <a:r>
              <a:rPr sz="1300" b="1" dirty="0">
                <a:solidFill>
                  <a:srgbClr val="093B5F"/>
                </a:solidFill>
                <a:latin typeface="Figtree"/>
              </a:rPr>
              <a:t>We’re asking for the last input — permission.</a:t>
            </a:r>
          </a:p>
        </p:txBody>
      </p:sp>
    </p:spTree>
  </p:cSld>
  <p:clrMapOvr>
    <a:masterClrMapping/>
  </p:clrMapOvr>
</p:sld>
</file>

<file path=ppt/theme/theme1.xml><?xml version="1.0" encoding="utf-8"?>
<a:theme xmlns:a="http://schemas.openxmlformats.org/drawingml/2006/main" name="Solace Title and Section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Presentation1" id="{B4698FFA-655E-454D-A158-0C3E05CCAFBC}" vid="{69F51EBC-5F30-4F66-A145-F2AC637D96DC}"/>
    </a:ext>
  </a:extLst>
</a:theme>
</file>

<file path=ppt/theme/theme2.xml><?xml version="1.0" encoding="utf-8"?>
<a:theme xmlns:a="http://schemas.openxmlformats.org/drawingml/2006/main" name="Solace Content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Presentation1" id="{B4698FFA-655E-454D-A158-0C3E05CCAFBC}" vid="{1CE4127A-9A94-457D-8D9C-F9F466792A1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BA59E3993B10E4CAD93B4C6B6AB4338" ma:contentTypeVersion="18" ma:contentTypeDescription="Create a new document." ma:contentTypeScope="" ma:versionID="b1c352a0e645668a65a42d6a36924e0e">
  <xsd:schema xmlns:xsd="http://www.w3.org/2001/XMLSchema" xmlns:xs="http://www.w3.org/2001/XMLSchema" xmlns:p="http://schemas.microsoft.com/office/2006/metadata/properties" xmlns:ns2="b9684263-5219-44dc-8ace-9e9cf51448b5" xmlns:ns3="c50c4712-2507-4635-8d96-ac0f8ed1146c" targetNamespace="http://schemas.microsoft.com/office/2006/metadata/properties" ma:root="true" ma:fieldsID="0ebac1cb52d4c4ca9196d097ceac5630" ns2:_="" ns3:_="">
    <xsd:import namespace="b9684263-5219-44dc-8ace-9e9cf51448b5"/>
    <xsd:import namespace="c50c4712-2507-4635-8d96-ac0f8ed1146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684263-5219-44dc-8ace-9e9cf51448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c2f205f-3591-4b07-93bc-42e411de05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50c4712-2507-4635-8d96-ac0f8ed1146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9003eb83-64fc-4118-a01e-0346fd43c7c4}" ma:internalName="TaxCatchAll" ma:showField="CatchAllData" ma:web="c50c4712-2507-4635-8d96-ac0f8ed114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50c4712-2507-4635-8d96-ac0f8ed1146c" xsi:nil="true"/>
    <lcf76f155ced4ddcb4097134ff3c332f xmlns="b9684263-5219-44dc-8ace-9e9cf51448b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590A90-ABCF-443C-A154-8FE4DFA404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684263-5219-44dc-8ace-9e9cf51448b5"/>
    <ds:schemaRef ds:uri="c50c4712-2507-4635-8d96-ac0f8ed114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471C70-1727-4A93-A528-B2FB0F1E4E8F}">
  <ds:schemaRefs>
    <ds:schemaRef ds:uri="c50c4712-2507-4635-8d96-ac0f8ed1146c"/>
    <ds:schemaRef ds:uri="http://purl.org/dc/terms/"/>
    <ds:schemaRef ds:uri="http://schemas.microsoft.com/office/infopath/2007/PartnerControls"/>
    <ds:schemaRef ds:uri="http://schemas.microsoft.com/office/2006/documentManagement/types"/>
    <ds:schemaRef ds:uri="http://purl.org/dc/elements/1.1/"/>
    <ds:schemaRef ds:uri="b9684263-5219-44dc-8ace-9e9cf51448b5"/>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9AF0659-183A-43C2-AA7B-C08381F298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Solace Powerpoint Template</Template>
  <TotalTime>56</TotalTime>
  <Words>1215</Words>
  <Application>Microsoft Office PowerPoint</Application>
  <PresentationFormat>Widescreen</PresentationFormat>
  <Paragraphs>91</Paragraphs>
  <Slides>8</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Arial</vt:lpstr>
      <vt:lpstr>Figtree</vt:lpstr>
      <vt:lpstr>Gill Sans</vt:lpstr>
      <vt:lpstr>Segoe UI</vt:lpstr>
      <vt:lpstr>Space Mono</vt:lpstr>
      <vt:lpstr>Solace Title and Section Slides</vt:lpstr>
      <vt:lpstr>Solace Content Slides</vt:lpstr>
      <vt:lpstr>What led to here</vt:lpstr>
      <vt:lpstr>Flink Won’t Cut It — Ask the Customer</vt:lpstr>
      <vt:lpstr>Complementary, Not Competitors</vt:lpstr>
      <vt:lpstr>Technically Ready. Let Us Loose.</vt:lpstr>
      <vt:lpstr>▶  Live Demo — 5 Minutes</vt:lpstr>
      <vt:lpstr>The Market Isn’t Waiting</vt:lpstr>
      <vt:lpstr>The Alternatives</vt:lpstr>
      <vt:lpstr>The 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Jesse Menning</dc:creator>
  <cp:lastModifiedBy>Jesse Menning</cp:lastModifiedBy>
  <cp:revision>3</cp:revision>
  <dcterms:created xsi:type="dcterms:W3CDTF">2026-03-20T19:18:26Z</dcterms:created>
  <dcterms:modified xsi:type="dcterms:W3CDTF">2026-08-10T16:17:39Z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0x010100DBA59E3993B10E4CAD93B4C6B6AB4338</vt:lpwstr>
  </property>
  <property fmtid="{D5CDD505-2E9C-101B-9397-08002B2CF9AE}" pid="3" name="MediaServiceImageTags">
    <vt:lpwstr/>
  </property>
</Properties>
</file>